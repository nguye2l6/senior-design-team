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59" r:id="rId6"/>
    <p:sldId id="269" r:id="rId7"/>
    <p:sldId id="260" r:id="rId8"/>
    <p:sldId id="268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8A20D-8DBE-FEAC-B650-8DB62B270832}" v="2" dt="2025-10-27T20:33:54.497"/>
    <p1510:client id="{28A9DCDA-8420-47F1-A2FC-A87216795FD2}" v="753" dt="2025-10-27T21:45:06.471"/>
    <p1510:client id="{5B75FF01-738F-4FDD-BD92-B1F596F09024}" v="174" dt="2025-10-28T02:29:37.206"/>
    <p1510:client id="{5CAE7C41-CB81-29AE-D646-3F7C0301C084}" v="2" dt="2025-10-27T23:47:21.513"/>
    <p1510:client id="{722E3882-8A83-42E5-C1E8-0F023DD226C2}" v="1652" dt="2025-10-27T21:12:37.329"/>
    <p1510:client id="{ADB42115-1BE1-EACD-0249-2169E1724400}" v="1156" dt="2025-10-27T21:11:21.504"/>
    <p1510:client id="{CC4E3C3A-9822-6512-10A3-F3F87FEA30BE}" v="21" dt="2025-10-27T21:09:14.304"/>
    <p1510:client id="{F3627368-AE0A-5613-8BE4-8AC42EE8F710}" v="6" dt="2025-10-27T23:52:07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51" autoAdjust="0"/>
  </p:normalViewPr>
  <p:slideViewPr>
    <p:cSldViewPr snapToGrid="0">
      <p:cViewPr varScale="1">
        <p:scale>
          <a:sx n="57" d="100"/>
          <a:sy n="57" d="100"/>
        </p:scale>
        <p:origin x="165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493FD-7185-4919-A495-FBC6B55FF8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A9AD17-28BE-4826-8613-C0EFAB090C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Project Purposes</a:t>
          </a:r>
        </a:p>
      </dgm:t>
    </dgm:pt>
    <dgm:pt modelId="{FEFBDFDB-A959-48DF-AC75-2F128AF34A90}" type="parTrans" cxnId="{EA4FF31F-3A28-4BDD-8673-2DE88885448C}">
      <dgm:prSet/>
      <dgm:spPr/>
      <dgm:t>
        <a:bodyPr/>
        <a:lstStyle/>
        <a:p>
          <a:endParaRPr lang="en-US"/>
        </a:p>
      </dgm:t>
    </dgm:pt>
    <dgm:pt modelId="{BC44A6ED-1365-4ED3-9D6C-038DACAA47CB}" type="sibTrans" cxnId="{EA4FF31F-3A28-4BDD-8673-2DE88885448C}">
      <dgm:prSet/>
      <dgm:spPr/>
      <dgm:t>
        <a:bodyPr/>
        <a:lstStyle/>
        <a:p>
          <a:endParaRPr lang="en-US"/>
        </a:p>
      </dgm:t>
    </dgm:pt>
    <dgm:pt modelId="{0F1594D0-45D4-4621-904F-F6DCEA9461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Goal Statements: </a:t>
          </a:r>
        </a:p>
      </dgm:t>
    </dgm:pt>
    <dgm:pt modelId="{5FBCE088-CC18-40EB-BD70-B930F9CCA0B2}" type="parTrans" cxnId="{61FE1F9B-C86D-4192-96ED-F89CFB03E021}">
      <dgm:prSet/>
      <dgm:spPr/>
      <dgm:t>
        <a:bodyPr/>
        <a:lstStyle/>
        <a:p>
          <a:endParaRPr lang="en-US"/>
        </a:p>
      </dgm:t>
    </dgm:pt>
    <dgm:pt modelId="{DBB2857D-FB59-440E-BFCF-634E655AB704}" type="sibTrans" cxnId="{61FE1F9B-C86D-4192-96ED-F89CFB03E021}">
      <dgm:prSet/>
      <dgm:spPr/>
      <dgm:t>
        <a:bodyPr/>
        <a:lstStyle/>
        <a:p>
          <a:endParaRPr lang="en-US"/>
        </a:p>
      </dgm:t>
    </dgm:pt>
    <dgm:pt modelId="{EBF328DD-DC33-4CAB-902B-7A7534328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Malware analysis tool that utilizes reverse engineering and artificial intelligence models to analyze executable files and detect malware</a:t>
          </a:r>
        </a:p>
      </dgm:t>
    </dgm:pt>
    <dgm:pt modelId="{544C0233-B6B1-4C6D-8C17-9DC05BA0DFF6}" type="parTrans" cxnId="{9484CA54-2B33-4833-9B77-CA4228125D5A}">
      <dgm:prSet/>
      <dgm:spPr/>
      <dgm:t>
        <a:bodyPr/>
        <a:lstStyle/>
        <a:p>
          <a:endParaRPr lang="en-US"/>
        </a:p>
      </dgm:t>
    </dgm:pt>
    <dgm:pt modelId="{51A26919-D0A0-4E39-9E5E-277231C93224}" type="sibTrans" cxnId="{9484CA54-2B33-4833-9B77-CA4228125D5A}">
      <dgm:prSet/>
      <dgm:spPr/>
      <dgm:t>
        <a:bodyPr/>
        <a:lstStyle/>
        <a:p>
          <a:endParaRPr lang="en-US"/>
        </a:p>
      </dgm:t>
    </dgm:pt>
    <dgm:pt modelId="{4753BE0C-3EB1-4930-ADBD-82B6C17A3D08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400" b="0" err="1">
              <a:latin typeface="Aptos Display" panose="02110004020202020204"/>
            </a:rPr>
            <a:t>MalAI</a:t>
          </a:r>
          <a:r>
            <a:rPr lang="en-US" sz="1400" b="0">
              <a:latin typeface="Aptos Display" panose="02110004020202020204"/>
            </a:rPr>
            <a:t> will reduce the time it takes for a user to reverse engineer an executable by providing an improved </a:t>
          </a:r>
          <a:r>
            <a:rPr lang="en-US" sz="1400" b="0" err="1">
              <a:latin typeface="Aptos Display" panose="02110004020202020204"/>
            </a:rPr>
            <a:t>decompilation</a:t>
          </a:r>
          <a:r>
            <a:rPr lang="en-US" sz="1400" b="0">
              <a:latin typeface="Aptos Display" panose="02110004020202020204"/>
            </a:rPr>
            <a:t> process</a:t>
          </a:r>
        </a:p>
      </dgm:t>
    </dgm:pt>
    <dgm:pt modelId="{47D5573B-6AE1-48E1-B0F9-126E55682152}" type="parTrans" cxnId="{E0EE73B1-F0BA-4EAF-AA71-D910813553CB}">
      <dgm:prSet/>
      <dgm:spPr/>
      <dgm:t>
        <a:bodyPr/>
        <a:lstStyle/>
        <a:p>
          <a:endParaRPr lang="en-US"/>
        </a:p>
      </dgm:t>
    </dgm:pt>
    <dgm:pt modelId="{1771C38F-0250-4707-880B-7BD0C20E4877}" type="sibTrans" cxnId="{E0EE73B1-F0BA-4EAF-AA71-D910813553CB}">
      <dgm:prSet/>
      <dgm:spPr/>
      <dgm:t>
        <a:bodyPr/>
        <a:lstStyle/>
        <a:p>
          <a:endParaRPr lang="en-US"/>
        </a:p>
      </dgm:t>
    </dgm:pt>
    <dgm:pt modelId="{AFDE13FF-09A4-4EB6-BF92-392B50371E9A}" type="pres">
      <dgm:prSet presAssocID="{584493FD-7185-4919-A495-FBC6B55FF831}" presName="root" presStyleCnt="0">
        <dgm:presLayoutVars>
          <dgm:dir/>
          <dgm:resizeHandles val="exact"/>
        </dgm:presLayoutVars>
      </dgm:prSet>
      <dgm:spPr/>
    </dgm:pt>
    <dgm:pt modelId="{6D306754-1481-41CE-82AB-D2B418F84E79}" type="pres">
      <dgm:prSet presAssocID="{7FA9AD17-28BE-4826-8613-C0EFAB090CD3}" presName="compNode" presStyleCnt="0"/>
      <dgm:spPr/>
    </dgm:pt>
    <dgm:pt modelId="{650E7A18-7003-493A-8101-FE2344F76A43}" type="pres">
      <dgm:prSet presAssocID="{7FA9AD17-28BE-4826-8613-C0EFAB090CD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029CBB5-94F8-4BFD-B123-9E45750380CE}" type="pres">
      <dgm:prSet presAssocID="{7FA9AD17-28BE-4826-8613-C0EFAB090CD3}" presName="iconSpace" presStyleCnt="0"/>
      <dgm:spPr/>
    </dgm:pt>
    <dgm:pt modelId="{106723D0-1C58-4AB9-9A21-78DB46416F78}" type="pres">
      <dgm:prSet presAssocID="{7FA9AD17-28BE-4826-8613-C0EFAB090CD3}" presName="parTx" presStyleLbl="revTx" presStyleIdx="0" presStyleCnt="4">
        <dgm:presLayoutVars>
          <dgm:chMax val="0"/>
          <dgm:chPref val="0"/>
        </dgm:presLayoutVars>
      </dgm:prSet>
      <dgm:spPr/>
    </dgm:pt>
    <dgm:pt modelId="{72507B5E-2B30-4881-B1F9-BF37F4D19887}" type="pres">
      <dgm:prSet presAssocID="{7FA9AD17-28BE-4826-8613-C0EFAB090CD3}" presName="txSpace" presStyleCnt="0"/>
      <dgm:spPr/>
    </dgm:pt>
    <dgm:pt modelId="{E9481BB9-9AAF-4F30-9636-61CD5D08F843}" type="pres">
      <dgm:prSet presAssocID="{7FA9AD17-28BE-4826-8613-C0EFAB090CD3}" presName="desTx" presStyleLbl="revTx" presStyleIdx="1" presStyleCnt="4">
        <dgm:presLayoutVars/>
      </dgm:prSet>
      <dgm:spPr/>
    </dgm:pt>
    <dgm:pt modelId="{C138FB27-76E8-4700-815C-20A3987A1881}" type="pres">
      <dgm:prSet presAssocID="{BC44A6ED-1365-4ED3-9D6C-038DACAA47CB}" presName="sibTrans" presStyleCnt="0"/>
      <dgm:spPr/>
    </dgm:pt>
    <dgm:pt modelId="{E5861181-3C41-4FBB-9862-B3F00AF41CA0}" type="pres">
      <dgm:prSet presAssocID="{0F1594D0-45D4-4621-904F-F6DCEA9461FF}" presName="compNode" presStyleCnt="0"/>
      <dgm:spPr/>
    </dgm:pt>
    <dgm:pt modelId="{ECE1725D-1BB4-483F-944A-483FB24949E5}" type="pres">
      <dgm:prSet presAssocID="{0F1594D0-45D4-4621-904F-F6DCEA9461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9C386CD-6A6E-444E-851A-DB4AE13F8239}" type="pres">
      <dgm:prSet presAssocID="{0F1594D0-45D4-4621-904F-F6DCEA9461FF}" presName="iconSpace" presStyleCnt="0"/>
      <dgm:spPr/>
    </dgm:pt>
    <dgm:pt modelId="{4DD7202F-AFE5-41D2-868E-C27B5E999E13}" type="pres">
      <dgm:prSet presAssocID="{0F1594D0-45D4-4621-904F-F6DCEA9461FF}" presName="parTx" presStyleLbl="revTx" presStyleIdx="2" presStyleCnt="4">
        <dgm:presLayoutVars>
          <dgm:chMax val="0"/>
          <dgm:chPref val="0"/>
        </dgm:presLayoutVars>
      </dgm:prSet>
      <dgm:spPr/>
    </dgm:pt>
    <dgm:pt modelId="{A59E8D19-3D1A-4632-8553-77E883856198}" type="pres">
      <dgm:prSet presAssocID="{0F1594D0-45D4-4621-904F-F6DCEA9461FF}" presName="txSpace" presStyleCnt="0"/>
      <dgm:spPr/>
    </dgm:pt>
    <dgm:pt modelId="{2D5526FD-2AE2-49A4-90B6-D6A2A5F7FC97}" type="pres">
      <dgm:prSet presAssocID="{0F1594D0-45D4-4621-904F-F6DCEA9461FF}" presName="desTx" presStyleLbl="revTx" presStyleIdx="3" presStyleCnt="4">
        <dgm:presLayoutVars/>
      </dgm:prSet>
      <dgm:spPr/>
    </dgm:pt>
  </dgm:ptLst>
  <dgm:cxnLst>
    <dgm:cxn modelId="{FA88E91B-D4D3-4AF5-BCE1-7D49FB038E94}" type="presOf" srcId="{EBF328DD-DC33-4CAB-902B-7A7534328CC1}" destId="{2D5526FD-2AE2-49A4-90B6-D6A2A5F7FC97}" srcOrd="0" destOrd="0" presId="urn:microsoft.com/office/officeart/2018/5/layout/CenteredIconLabelDescriptionList"/>
    <dgm:cxn modelId="{B547EA1D-0AF5-4983-8E10-3A16313FF222}" type="presOf" srcId="{4753BE0C-3EB1-4930-ADBD-82B6C17A3D08}" destId="{E9481BB9-9AAF-4F30-9636-61CD5D08F843}" srcOrd="0" destOrd="0" presId="urn:microsoft.com/office/officeart/2018/5/layout/CenteredIconLabelDescriptionList"/>
    <dgm:cxn modelId="{EA4FF31F-3A28-4BDD-8673-2DE88885448C}" srcId="{584493FD-7185-4919-A495-FBC6B55FF831}" destId="{7FA9AD17-28BE-4826-8613-C0EFAB090CD3}" srcOrd="0" destOrd="0" parTransId="{FEFBDFDB-A959-48DF-AC75-2F128AF34A90}" sibTransId="{BC44A6ED-1365-4ED3-9D6C-038DACAA47CB}"/>
    <dgm:cxn modelId="{F0445260-6959-4A68-9D28-DC888523121C}" type="presOf" srcId="{584493FD-7185-4919-A495-FBC6B55FF831}" destId="{AFDE13FF-09A4-4EB6-BF92-392B50371E9A}" srcOrd="0" destOrd="0" presId="urn:microsoft.com/office/officeart/2018/5/layout/CenteredIconLabelDescriptionList"/>
    <dgm:cxn modelId="{9484CA54-2B33-4833-9B77-CA4228125D5A}" srcId="{0F1594D0-45D4-4621-904F-F6DCEA9461FF}" destId="{EBF328DD-DC33-4CAB-902B-7A7534328CC1}" srcOrd="0" destOrd="0" parTransId="{544C0233-B6B1-4C6D-8C17-9DC05BA0DFF6}" sibTransId="{51A26919-D0A0-4E39-9E5E-277231C93224}"/>
    <dgm:cxn modelId="{61FE1F9B-C86D-4192-96ED-F89CFB03E021}" srcId="{584493FD-7185-4919-A495-FBC6B55FF831}" destId="{0F1594D0-45D4-4621-904F-F6DCEA9461FF}" srcOrd="1" destOrd="0" parTransId="{5FBCE088-CC18-40EB-BD70-B930F9CCA0B2}" sibTransId="{DBB2857D-FB59-440E-BFCF-634E655AB704}"/>
    <dgm:cxn modelId="{E0EE73B1-F0BA-4EAF-AA71-D910813553CB}" srcId="{7FA9AD17-28BE-4826-8613-C0EFAB090CD3}" destId="{4753BE0C-3EB1-4930-ADBD-82B6C17A3D08}" srcOrd="0" destOrd="0" parTransId="{47D5573B-6AE1-48E1-B0F9-126E55682152}" sibTransId="{1771C38F-0250-4707-880B-7BD0C20E4877}"/>
    <dgm:cxn modelId="{1ACCC5B9-6BF2-4369-BDEF-901ABD28CFF7}" type="presOf" srcId="{0F1594D0-45D4-4621-904F-F6DCEA9461FF}" destId="{4DD7202F-AFE5-41D2-868E-C27B5E999E13}" srcOrd="0" destOrd="0" presId="urn:microsoft.com/office/officeart/2018/5/layout/CenteredIconLabelDescriptionList"/>
    <dgm:cxn modelId="{66E6DEB9-9A5B-4179-BED1-1B8C986328F4}" type="presOf" srcId="{7FA9AD17-28BE-4826-8613-C0EFAB090CD3}" destId="{106723D0-1C58-4AB9-9A21-78DB46416F78}" srcOrd="0" destOrd="0" presId="urn:microsoft.com/office/officeart/2018/5/layout/CenteredIconLabelDescriptionList"/>
    <dgm:cxn modelId="{996A6886-B321-4F9E-95DA-76BA1E64691D}" type="presParOf" srcId="{AFDE13FF-09A4-4EB6-BF92-392B50371E9A}" destId="{6D306754-1481-41CE-82AB-D2B418F84E79}" srcOrd="0" destOrd="0" presId="urn:microsoft.com/office/officeart/2018/5/layout/CenteredIconLabelDescriptionList"/>
    <dgm:cxn modelId="{DEE96CC6-08CA-48AE-91FF-32A131378E70}" type="presParOf" srcId="{6D306754-1481-41CE-82AB-D2B418F84E79}" destId="{650E7A18-7003-493A-8101-FE2344F76A43}" srcOrd="0" destOrd="0" presId="urn:microsoft.com/office/officeart/2018/5/layout/CenteredIconLabelDescriptionList"/>
    <dgm:cxn modelId="{5562D97D-0315-4EF3-977B-05856E9C1B52}" type="presParOf" srcId="{6D306754-1481-41CE-82AB-D2B418F84E79}" destId="{D029CBB5-94F8-4BFD-B123-9E45750380CE}" srcOrd="1" destOrd="0" presId="urn:microsoft.com/office/officeart/2018/5/layout/CenteredIconLabelDescriptionList"/>
    <dgm:cxn modelId="{BDF96487-B966-46A6-BDB6-FB7339F648B9}" type="presParOf" srcId="{6D306754-1481-41CE-82AB-D2B418F84E79}" destId="{106723D0-1C58-4AB9-9A21-78DB46416F78}" srcOrd="2" destOrd="0" presId="urn:microsoft.com/office/officeart/2018/5/layout/CenteredIconLabelDescriptionList"/>
    <dgm:cxn modelId="{3B208231-3E44-4AC2-AA22-4C9577C6C4BD}" type="presParOf" srcId="{6D306754-1481-41CE-82AB-D2B418F84E79}" destId="{72507B5E-2B30-4881-B1F9-BF37F4D19887}" srcOrd="3" destOrd="0" presId="urn:microsoft.com/office/officeart/2018/5/layout/CenteredIconLabelDescriptionList"/>
    <dgm:cxn modelId="{A0509537-C784-4808-B2F8-87DBAD97CD71}" type="presParOf" srcId="{6D306754-1481-41CE-82AB-D2B418F84E79}" destId="{E9481BB9-9AAF-4F30-9636-61CD5D08F843}" srcOrd="4" destOrd="0" presId="urn:microsoft.com/office/officeart/2018/5/layout/CenteredIconLabelDescriptionList"/>
    <dgm:cxn modelId="{3E886FCF-EAF4-4F6D-BF11-F972E486C99D}" type="presParOf" srcId="{AFDE13FF-09A4-4EB6-BF92-392B50371E9A}" destId="{C138FB27-76E8-4700-815C-20A3987A1881}" srcOrd="1" destOrd="0" presId="urn:microsoft.com/office/officeart/2018/5/layout/CenteredIconLabelDescriptionList"/>
    <dgm:cxn modelId="{7F55FF64-0BA2-4C3A-9451-9655022F63FC}" type="presParOf" srcId="{AFDE13FF-09A4-4EB6-BF92-392B50371E9A}" destId="{E5861181-3C41-4FBB-9862-B3F00AF41CA0}" srcOrd="2" destOrd="0" presId="urn:microsoft.com/office/officeart/2018/5/layout/CenteredIconLabelDescriptionList"/>
    <dgm:cxn modelId="{DA8F1756-8505-4B94-B2E2-6ECF29005346}" type="presParOf" srcId="{E5861181-3C41-4FBB-9862-B3F00AF41CA0}" destId="{ECE1725D-1BB4-483F-944A-483FB24949E5}" srcOrd="0" destOrd="0" presId="urn:microsoft.com/office/officeart/2018/5/layout/CenteredIconLabelDescriptionList"/>
    <dgm:cxn modelId="{62E582BD-FA4D-4090-88EE-B5D78F3D07BB}" type="presParOf" srcId="{E5861181-3C41-4FBB-9862-B3F00AF41CA0}" destId="{59C386CD-6A6E-444E-851A-DB4AE13F8239}" srcOrd="1" destOrd="0" presId="urn:microsoft.com/office/officeart/2018/5/layout/CenteredIconLabelDescriptionList"/>
    <dgm:cxn modelId="{49815EB5-AC43-4D27-8338-92BE38EBC367}" type="presParOf" srcId="{E5861181-3C41-4FBB-9862-B3F00AF41CA0}" destId="{4DD7202F-AFE5-41D2-868E-C27B5E999E13}" srcOrd="2" destOrd="0" presId="urn:microsoft.com/office/officeart/2018/5/layout/CenteredIconLabelDescriptionList"/>
    <dgm:cxn modelId="{6DBE5DC5-85A3-4D46-99D8-CF758187C941}" type="presParOf" srcId="{E5861181-3C41-4FBB-9862-B3F00AF41CA0}" destId="{A59E8D19-3D1A-4632-8553-77E883856198}" srcOrd="3" destOrd="0" presId="urn:microsoft.com/office/officeart/2018/5/layout/CenteredIconLabelDescriptionList"/>
    <dgm:cxn modelId="{9514EC23-E3B9-46F4-A861-AA9DA3B5C390}" type="presParOf" srcId="{E5861181-3C41-4FBB-9862-B3F00AF41CA0}" destId="{2D5526FD-2AE2-49A4-90B6-D6A2A5F7FC9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41D413-8033-4086-8F08-907A14B171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32180B-C231-4791-AF4D-888BBD1398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Project Advisor:</a:t>
          </a:r>
        </a:p>
      </dgm:t>
    </dgm:pt>
    <dgm:pt modelId="{F2877FB9-CC1C-4A79-9D18-BD5545D27F40}" type="parTrans" cxnId="{41C43807-3528-4E3B-AE6B-45EBC17796B8}">
      <dgm:prSet/>
      <dgm:spPr/>
      <dgm:t>
        <a:bodyPr/>
        <a:lstStyle/>
        <a:p>
          <a:endParaRPr lang="en-US"/>
        </a:p>
      </dgm:t>
    </dgm:pt>
    <dgm:pt modelId="{A48CF70E-34F7-49B9-9046-E99AFFBE9433}" type="sibTrans" cxnId="{41C43807-3528-4E3B-AE6B-45EBC17796B8}">
      <dgm:prSet/>
      <dgm:spPr/>
      <dgm:t>
        <a:bodyPr/>
        <a:lstStyle/>
        <a:p>
          <a:endParaRPr lang="en-US"/>
        </a:p>
      </dgm:t>
    </dgm:pt>
    <dgm:pt modelId="{D88CAAFC-7904-4AD5-92F2-746CD89997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Dr. </a:t>
          </a:r>
          <a:r>
            <a:rPr lang="en-US" err="1"/>
            <a:t>Abuaitah</a:t>
          </a:r>
          <a:endParaRPr lang="en-US"/>
        </a:p>
      </dgm:t>
    </dgm:pt>
    <dgm:pt modelId="{F29C0E0C-2221-4B30-9131-1CE471FA021E}" type="parTrans" cxnId="{E955FB89-520D-4D20-8A4B-0BD9509AEB57}">
      <dgm:prSet/>
      <dgm:spPr/>
      <dgm:t>
        <a:bodyPr/>
        <a:lstStyle/>
        <a:p>
          <a:endParaRPr lang="en-US"/>
        </a:p>
      </dgm:t>
    </dgm:pt>
    <dgm:pt modelId="{EC0F44CD-E4C6-4933-BB7C-B2B44AC72FCD}" type="sibTrans" cxnId="{E955FB89-520D-4D20-8A4B-0BD9509AEB57}">
      <dgm:prSet/>
      <dgm:spPr/>
      <dgm:t>
        <a:bodyPr/>
        <a:lstStyle/>
        <a:p>
          <a:endParaRPr lang="en-US"/>
        </a:p>
      </dgm:t>
    </dgm:pt>
    <dgm:pt modelId="{CBD980BC-7C24-4FA2-8B76-BACD869B7A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Group Members</a:t>
          </a:r>
        </a:p>
      </dgm:t>
    </dgm:pt>
    <dgm:pt modelId="{F4C67870-41E0-4A2D-8F9B-A06F1C546843}" type="parTrans" cxnId="{7DBE6278-D5B3-486C-BE0C-278ED2C47366}">
      <dgm:prSet/>
      <dgm:spPr/>
      <dgm:t>
        <a:bodyPr/>
        <a:lstStyle/>
        <a:p>
          <a:endParaRPr lang="en-US"/>
        </a:p>
      </dgm:t>
    </dgm:pt>
    <dgm:pt modelId="{07B0460C-ED0D-4439-B54A-0B16DBC4B538}" type="sibTrans" cxnId="{7DBE6278-D5B3-486C-BE0C-278ED2C47366}">
      <dgm:prSet/>
      <dgm:spPr/>
      <dgm:t>
        <a:bodyPr/>
        <a:lstStyle/>
        <a:p>
          <a:endParaRPr lang="en-US"/>
        </a:p>
      </dgm:t>
    </dgm:pt>
    <dgm:pt modelId="{80F4A0A2-FE4F-4B6D-AA19-8B99EF49D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Long Nguyen</a:t>
          </a:r>
        </a:p>
      </dgm:t>
    </dgm:pt>
    <dgm:pt modelId="{D7559AF3-2181-48A3-A8FB-DDAB1B0A5F77}" type="parTrans" cxnId="{01F35369-C580-4D67-981D-2680DE71DA17}">
      <dgm:prSet/>
      <dgm:spPr/>
      <dgm:t>
        <a:bodyPr/>
        <a:lstStyle/>
        <a:p>
          <a:endParaRPr lang="en-US"/>
        </a:p>
      </dgm:t>
    </dgm:pt>
    <dgm:pt modelId="{5ADC30EB-FC77-481E-8D80-240978368DA8}" type="sibTrans" cxnId="{01F35369-C580-4D67-981D-2680DE71DA17}">
      <dgm:prSet/>
      <dgm:spPr/>
      <dgm:t>
        <a:bodyPr/>
        <a:lstStyle/>
        <a:p>
          <a:endParaRPr lang="en-US"/>
        </a:p>
      </dgm:t>
    </dgm:pt>
    <dgm:pt modelId="{E5CBC48E-AEAE-4354-B64E-E3626801881B}">
      <dgm:prSet/>
      <dgm:spPr/>
      <dgm:t>
        <a:bodyPr/>
        <a:lstStyle/>
        <a:p>
          <a:pPr rtl="0"/>
          <a:r>
            <a:rPr lang="en-US"/>
            <a:t>Email:</a:t>
          </a:r>
          <a:r>
            <a:rPr lang="en-US">
              <a:latin typeface="Aptos Display" panose="02110004020202020204"/>
            </a:rPr>
            <a:t> nguye2l6@mail.uc.edu</a:t>
          </a:r>
          <a:endParaRPr lang="en-US"/>
        </a:p>
      </dgm:t>
    </dgm:pt>
    <dgm:pt modelId="{78F23410-E8CB-4270-AC8C-55AFD567045E}" type="parTrans" cxnId="{30DA491B-AC4F-4FD5-B8E2-9EA2E0D8A2BA}">
      <dgm:prSet/>
      <dgm:spPr/>
      <dgm:t>
        <a:bodyPr/>
        <a:lstStyle/>
        <a:p>
          <a:endParaRPr lang="en-US"/>
        </a:p>
      </dgm:t>
    </dgm:pt>
    <dgm:pt modelId="{9932CAFA-F4B4-4718-9BDB-715F3D0359CA}" type="sibTrans" cxnId="{30DA491B-AC4F-4FD5-B8E2-9EA2E0D8A2BA}">
      <dgm:prSet/>
      <dgm:spPr/>
      <dgm:t>
        <a:bodyPr/>
        <a:lstStyle/>
        <a:p>
          <a:endParaRPr lang="en-US"/>
        </a:p>
      </dgm:t>
    </dgm:pt>
    <dgm:pt modelId="{1E0847EE-AFF4-498A-AC8F-DF70134BE5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Luqman Al Hasni</a:t>
          </a:r>
        </a:p>
      </dgm:t>
    </dgm:pt>
    <dgm:pt modelId="{3A3B1243-CADF-42F6-94FA-38DC22ED44A8}" type="parTrans" cxnId="{15CD3541-2F8A-458B-BC51-CADE516C8E81}">
      <dgm:prSet/>
      <dgm:spPr/>
      <dgm:t>
        <a:bodyPr/>
        <a:lstStyle/>
        <a:p>
          <a:endParaRPr lang="en-US"/>
        </a:p>
      </dgm:t>
    </dgm:pt>
    <dgm:pt modelId="{CC7BB7A6-AD69-4EF2-A8C2-B05D55E5BE03}" type="sibTrans" cxnId="{15CD3541-2F8A-458B-BC51-CADE516C8E81}">
      <dgm:prSet/>
      <dgm:spPr/>
      <dgm:t>
        <a:bodyPr/>
        <a:lstStyle/>
        <a:p>
          <a:endParaRPr lang="en-US"/>
        </a:p>
      </dgm:t>
    </dgm:pt>
    <dgm:pt modelId="{7C576334-3DC4-4778-A619-F8F4A6585E72}">
      <dgm:prSet/>
      <dgm:spPr/>
      <dgm:t>
        <a:bodyPr/>
        <a:lstStyle/>
        <a:p>
          <a:r>
            <a:rPr lang="en-US"/>
            <a:t>Email: alhasnld@mail.uc.edu</a:t>
          </a:r>
        </a:p>
      </dgm:t>
    </dgm:pt>
    <dgm:pt modelId="{7FAB2A1D-C342-4EA1-B047-1AABAC701DFE}" type="parTrans" cxnId="{EB2031D7-A723-4BCC-B784-F022DFD315D1}">
      <dgm:prSet/>
      <dgm:spPr/>
      <dgm:t>
        <a:bodyPr/>
        <a:lstStyle/>
        <a:p>
          <a:endParaRPr lang="en-US"/>
        </a:p>
      </dgm:t>
    </dgm:pt>
    <dgm:pt modelId="{B936E54C-629B-4D9D-B33B-586EB940904D}" type="sibTrans" cxnId="{EB2031D7-A723-4BCC-B784-F022DFD315D1}">
      <dgm:prSet/>
      <dgm:spPr/>
      <dgm:t>
        <a:bodyPr/>
        <a:lstStyle/>
        <a:p>
          <a:endParaRPr lang="en-US"/>
        </a:p>
      </dgm:t>
    </dgm:pt>
    <dgm:pt modelId="{E9F640B6-CA78-47A8-AC6C-1AC3F3FB75D9}" type="pres">
      <dgm:prSet presAssocID="{7B41D413-8033-4086-8F08-907A14B1714A}" presName="root" presStyleCnt="0">
        <dgm:presLayoutVars>
          <dgm:dir/>
          <dgm:resizeHandles val="exact"/>
        </dgm:presLayoutVars>
      </dgm:prSet>
      <dgm:spPr/>
    </dgm:pt>
    <dgm:pt modelId="{31F6E977-F37A-47C2-9872-BDEA26222C5E}" type="pres">
      <dgm:prSet presAssocID="{0B32180B-C231-4791-AF4D-888BBD139812}" presName="compNode" presStyleCnt="0"/>
      <dgm:spPr/>
    </dgm:pt>
    <dgm:pt modelId="{4EE7BA0C-2209-4994-AB83-AF1465372EA2}" type="pres">
      <dgm:prSet presAssocID="{0B32180B-C231-4791-AF4D-888BBD1398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78591BD-1CF4-4236-89C0-D576A521E376}" type="pres">
      <dgm:prSet presAssocID="{0B32180B-C231-4791-AF4D-888BBD139812}" presName="iconSpace" presStyleCnt="0"/>
      <dgm:spPr/>
    </dgm:pt>
    <dgm:pt modelId="{3D971092-4F23-4CCE-9FE0-07110C1A80EE}" type="pres">
      <dgm:prSet presAssocID="{0B32180B-C231-4791-AF4D-888BBD139812}" presName="parTx" presStyleLbl="revTx" presStyleIdx="0" presStyleCnt="4">
        <dgm:presLayoutVars>
          <dgm:chMax val="0"/>
          <dgm:chPref val="0"/>
        </dgm:presLayoutVars>
      </dgm:prSet>
      <dgm:spPr/>
    </dgm:pt>
    <dgm:pt modelId="{F47D055F-8128-47BC-BB23-7844E0AE26DA}" type="pres">
      <dgm:prSet presAssocID="{0B32180B-C231-4791-AF4D-888BBD139812}" presName="txSpace" presStyleCnt="0"/>
      <dgm:spPr/>
    </dgm:pt>
    <dgm:pt modelId="{BD638BAB-9F87-4D33-8057-A499CA7CD368}" type="pres">
      <dgm:prSet presAssocID="{0B32180B-C231-4791-AF4D-888BBD139812}" presName="desTx" presStyleLbl="revTx" presStyleIdx="1" presStyleCnt="4">
        <dgm:presLayoutVars/>
      </dgm:prSet>
      <dgm:spPr/>
    </dgm:pt>
    <dgm:pt modelId="{33959085-6977-48B5-BB19-E85BBC7EDD29}" type="pres">
      <dgm:prSet presAssocID="{A48CF70E-34F7-49B9-9046-E99AFFBE9433}" presName="sibTrans" presStyleCnt="0"/>
      <dgm:spPr/>
    </dgm:pt>
    <dgm:pt modelId="{5AA706EB-327C-4F6E-99E4-1F15F51D7FD0}" type="pres">
      <dgm:prSet presAssocID="{CBD980BC-7C24-4FA2-8B76-BACD869B7AFB}" presName="compNode" presStyleCnt="0"/>
      <dgm:spPr/>
    </dgm:pt>
    <dgm:pt modelId="{6EA515BD-ABBB-4C95-B259-556CEEFFAB81}" type="pres">
      <dgm:prSet presAssocID="{CBD980BC-7C24-4FA2-8B76-BACD869B7AFB}" presName="iconRect" presStyleLbl="node1" presStyleIdx="1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278B4D1-47B4-40DD-9783-26295D1218CC}" type="pres">
      <dgm:prSet presAssocID="{CBD980BC-7C24-4FA2-8B76-BACD869B7AFB}" presName="iconSpace" presStyleCnt="0"/>
      <dgm:spPr/>
    </dgm:pt>
    <dgm:pt modelId="{48FE95DB-934F-442F-A6B5-33B0722D5AC2}" type="pres">
      <dgm:prSet presAssocID="{CBD980BC-7C24-4FA2-8B76-BACD869B7AFB}" presName="parTx" presStyleLbl="revTx" presStyleIdx="2" presStyleCnt="4">
        <dgm:presLayoutVars>
          <dgm:chMax val="0"/>
          <dgm:chPref val="0"/>
        </dgm:presLayoutVars>
      </dgm:prSet>
      <dgm:spPr/>
    </dgm:pt>
    <dgm:pt modelId="{DBDE5A15-381B-45CF-8A14-89E41171D142}" type="pres">
      <dgm:prSet presAssocID="{CBD980BC-7C24-4FA2-8B76-BACD869B7AFB}" presName="txSpace" presStyleCnt="0"/>
      <dgm:spPr/>
    </dgm:pt>
    <dgm:pt modelId="{BD6308B0-5182-4349-AA4E-F655AE8FA5DB}" type="pres">
      <dgm:prSet presAssocID="{CBD980BC-7C24-4FA2-8B76-BACD869B7AFB}" presName="desTx" presStyleLbl="revTx" presStyleIdx="3" presStyleCnt="4">
        <dgm:presLayoutVars/>
      </dgm:prSet>
      <dgm:spPr/>
    </dgm:pt>
  </dgm:ptLst>
  <dgm:cxnLst>
    <dgm:cxn modelId="{41C43807-3528-4E3B-AE6B-45EBC17796B8}" srcId="{7B41D413-8033-4086-8F08-907A14B1714A}" destId="{0B32180B-C231-4791-AF4D-888BBD139812}" srcOrd="0" destOrd="0" parTransId="{F2877FB9-CC1C-4A79-9D18-BD5545D27F40}" sibTransId="{A48CF70E-34F7-49B9-9046-E99AFFBE9433}"/>
    <dgm:cxn modelId="{881F7D09-76B4-4082-AE8B-B17689814FDE}" type="presOf" srcId="{80F4A0A2-FE4F-4B6D-AA19-8B99EF49DBC8}" destId="{BD6308B0-5182-4349-AA4E-F655AE8FA5DB}" srcOrd="0" destOrd="0" presId="urn:microsoft.com/office/officeart/2018/5/layout/CenteredIconLabelDescriptionList"/>
    <dgm:cxn modelId="{6F4FB00F-49DC-4EB9-AA83-085E2A12BF6F}" type="presOf" srcId="{7B41D413-8033-4086-8F08-907A14B1714A}" destId="{E9F640B6-CA78-47A8-AC6C-1AC3F3FB75D9}" srcOrd="0" destOrd="0" presId="urn:microsoft.com/office/officeart/2018/5/layout/CenteredIconLabelDescriptionList"/>
    <dgm:cxn modelId="{C6F1A418-369E-4CA1-A918-19173AF02AF6}" type="presOf" srcId="{1E0847EE-AFF4-498A-AC8F-DF70134BE5F5}" destId="{BD6308B0-5182-4349-AA4E-F655AE8FA5DB}" srcOrd="0" destOrd="2" presId="urn:microsoft.com/office/officeart/2018/5/layout/CenteredIconLabelDescriptionList"/>
    <dgm:cxn modelId="{30DA491B-AC4F-4FD5-B8E2-9EA2E0D8A2BA}" srcId="{80F4A0A2-FE4F-4B6D-AA19-8B99EF49DBC8}" destId="{E5CBC48E-AEAE-4354-B64E-E3626801881B}" srcOrd="0" destOrd="0" parTransId="{78F23410-E8CB-4270-AC8C-55AFD567045E}" sibTransId="{9932CAFA-F4B4-4718-9BDB-715F3D0359CA}"/>
    <dgm:cxn modelId="{15CD3541-2F8A-458B-BC51-CADE516C8E81}" srcId="{CBD980BC-7C24-4FA2-8B76-BACD869B7AFB}" destId="{1E0847EE-AFF4-498A-AC8F-DF70134BE5F5}" srcOrd="1" destOrd="0" parTransId="{3A3B1243-CADF-42F6-94FA-38DC22ED44A8}" sibTransId="{CC7BB7A6-AD69-4EF2-A8C2-B05D55E5BE03}"/>
    <dgm:cxn modelId="{53441866-2147-4AA1-8656-C1D9FA1334B5}" type="presOf" srcId="{E5CBC48E-AEAE-4354-B64E-E3626801881B}" destId="{BD6308B0-5182-4349-AA4E-F655AE8FA5DB}" srcOrd="0" destOrd="1" presId="urn:microsoft.com/office/officeart/2018/5/layout/CenteredIconLabelDescriptionList"/>
    <dgm:cxn modelId="{01F35369-C580-4D67-981D-2680DE71DA17}" srcId="{CBD980BC-7C24-4FA2-8B76-BACD869B7AFB}" destId="{80F4A0A2-FE4F-4B6D-AA19-8B99EF49DBC8}" srcOrd="0" destOrd="0" parTransId="{D7559AF3-2181-48A3-A8FB-DDAB1B0A5F77}" sibTransId="{5ADC30EB-FC77-481E-8D80-240978368DA8}"/>
    <dgm:cxn modelId="{7DBE6278-D5B3-486C-BE0C-278ED2C47366}" srcId="{7B41D413-8033-4086-8F08-907A14B1714A}" destId="{CBD980BC-7C24-4FA2-8B76-BACD869B7AFB}" srcOrd="1" destOrd="0" parTransId="{F4C67870-41E0-4A2D-8F9B-A06F1C546843}" sibTransId="{07B0460C-ED0D-4439-B54A-0B16DBC4B538}"/>
    <dgm:cxn modelId="{654EA07D-4481-45EE-A2F1-B2C936F6F52E}" type="presOf" srcId="{0B32180B-C231-4791-AF4D-888BBD139812}" destId="{3D971092-4F23-4CCE-9FE0-07110C1A80EE}" srcOrd="0" destOrd="0" presId="urn:microsoft.com/office/officeart/2018/5/layout/CenteredIconLabelDescriptionList"/>
    <dgm:cxn modelId="{E955FB89-520D-4D20-8A4B-0BD9509AEB57}" srcId="{0B32180B-C231-4791-AF4D-888BBD139812}" destId="{D88CAAFC-7904-4AD5-92F2-746CD89997F8}" srcOrd="0" destOrd="0" parTransId="{F29C0E0C-2221-4B30-9131-1CE471FA021E}" sibTransId="{EC0F44CD-E4C6-4933-BB7C-B2B44AC72FCD}"/>
    <dgm:cxn modelId="{006D56A0-1A68-4350-BB05-8584BE383E74}" type="presOf" srcId="{CBD980BC-7C24-4FA2-8B76-BACD869B7AFB}" destId="{48FE95DB-934F-442F-A6B5-33B0722D5AC2}" srcOrd="0" destOrd="0" presId="urn:microsoft.com/office/officeart/2018/5/layout/CenteredIconLabelDescriptionList"/>
    <dgm:cxn modelId="{833E6FC0-6B18-49AB-94B0-3A7960993796}" type="presOf" srcId="{D88CAAFC-7904-4AD5-92F2-746CD89997F8}" destId="{BD638BAB-9F87-4D33-8057-A499CA7CD368}" srcOrd="0" destOrd="0" presId="urn:microsoft.com/office/officeart/2018/5/layout/CenteredIconLabelDescriptionList"/>
    <dgm:cxn modelId="{2E3F1EC8-BA7E-424B-9225-6ECF4F229A78}" type="presOf" srcId="{7C576334-3DC4-4778-A619-F8F4A6585E72}" destId="{BD6308B0-5182-4349-AA4E-F655AE8FA5DB}" srcOrd="0" destOrd="3" presId="urn:microsoft.com/office/officeart/2018/5/layout/CenteredIconLabelDescriptionList"/>
    <dgm:cxn modelId="{EB2031D7-A723-4BCC-B784-F022DFD315D1}" srcId="{1E0847EE-AFF4-498A-AC8F-DF70134BE5F5}" destId="{7C576334-3DC4-4778-A619-F8F4A6585E72}" srcOrd="0" destOrd="0" parTransId="{7FAB2A1D-C342-4EA1-B047-1AABAC701DFE}" sibTransId="{B936E54C-629B-4D9D-B33B-586EB940904D}"/>
    <dgm:cxn modelId="{EB07CCF1-E72B-4688-8EB8-7D47E7D4ABE6}" type="presParOf" srcId="{E9F640B6-CA78-47A8-AC6C-1AC3F3FB75D9}" destId="{31F6E977-F37A-47C2-9872-BDEA26222C5E}" srcOrd="0" destOrd="0" presId="urn:microsoft.com/office/officeart/2018/5/layout/CenteredIconLabelDescriptionList"/>
    <dgm:cxn modelId="{8E6B10EE-0152-4B50-A9B3-9BD4824FEE89}" type="presParOf" srcId="{31F6E977-F37A-47C2-9872-BDEA26222C5E}" destId="{4EE7BA0C-2209-4994-AB83-AF1465372EA2}" srcOrd="0" destOrd="0" presId="urn:microsoft.com/office/officeart/2018/5/layout/CenteredIconLabelDescriptionList"/>
    <dgm:cxn modelId="{5B0F3979-BEC2-44F2-900F-0C18AB12CA1A}" type="presParOf" srcId="{31F6E977-F37A-47C2-9872-BDEA26222C5E}" destId="{B78591BD-1CF4-4236-89C0-D576A521E376}" srcOrd="1" destOrd="0" presId="urn:microsoft.com/office/officeart/2018/5/layout/CenteredIconLabelDescriptionList"/>
    <dgm:cxn modelId="{D9B3445E-1BB8-4E43-8C64-F8CBEB8F17DE}" type="presParOf" srcId="{31F6E977-F37A-47C2-9872-BDEA26222C5E}" destId="{3D971092-4F23-4CCE-9FE0-07110C1A80EE}" srcOrd="2" destOrd="0" presId="urn:microsoft.com/office/officeart/2018/5/layout/CenteredIconLabelDescriptionList"/>
    <dgm:cxn modelId="{0612015A-D4A8-49A3-BCF8-118857F0621C}" type="presParOf" srcId="{31F6E977-F37A-47C2-9872-BDEA26222C5E}" destId="{F47D055F-8128-47BC-BB23-7844E0AE26DA}" srcOrd="3" destOrd="0" presId="urn:microsoft.com/office/officeart/2018/5/layout/CenteredIconLabelDescriptionList"/>
    <dgm:cxn modelId="{570D8CB0-0433-4CF2-813D-13818654766E}" type="presParOf" srcId="{31F6E977-F37A-47C2-9872-BDEA26222C5E}" destId="{BD638BAB-9F87-4D33-8057-A499CA7CD368}" srcOrd="4" destOrd="0" presId="urn:microsoft.com/office/officeart/2018/5/layout/CenteredIconLabelDescriptionList"/>
    <dgm:cxn modelId="{CD200F99-5252-4F98-B6F1-F8E34948CBD7}" type="presParOf" srcId="{E9F640B6-CA78-47A8-AC6C-1AC3F3FB75D9}" destId="{33959085-6977-48B5-BB19-E85BBC7EDD29}" srcOrd="1" destOrd="0" presId="urn:microsoft.com/office/officeart/2018/5/layout/CenteredIconLabelDescriptionList"/>
    <dgm:cxn modelId="{E29A869C-7D78-49B4-ACE8-4C06C245574D}" type="presParOf" srcId="{E9F640B6-CA78-47A8-AC6C-1AC3F3FB75D9}" destId="{5AA706EB-327C-4F6E-99E4-1F15F51D7FD0}" srcOrd="2" destOrd="0" presId="urn:microsoft.com/office/officeart/2018/5/layout/CenteredIconLabelDescriptionList"/>
    <dgm:cxn modelId="{E0522EE9-C5FA-445B-8759-2800F4A93520}" type="presParOf" srcId="{5AA706EB-327C-4F6E-99E4-1F15F51D7FD0}" destId="{6EA515BD-ABBB-4C95-B259-556CEEFFAB81}" srcOrd="0" destOrd="0" presId="urn:microsoft.com/office/officeart/2018/5/layout/CenteredIconLabelDescriptionList"/>
    <dgm:cxn modelId="{363762A3-3B85-48CB-A093-668D887E9803}" type="presParOf" srcId="{5AA706EB-327C-4F6E-99E4-1F15F51D7FD0}" destId="{6278B4D1-47B4-40DD-9783-26295D1218CC}" srcOrd="1" destOrd="0" presId="urn:microsoft.com/office/officeart/2018/5/layout/CenteredIconLabelDescriptionList"/>
    <dgm:cxn modelId="{2AA579BF-8665-4175-9AEB-3900EB224E2E}" type="presParOf" srcId="{5AA706EB-327C-4F6E-99E4-1F15F51D7FD0}" destId="{48FE95DB-934F-442F-A6B5-33B0722D5AC2}" srcOrd="2" destOrd="0" presId="urn:microsoft.com/office/officeart/2018/5/layout/CenteredIconLabelDescriptionList"/>
    <dgm:cxn modelId="{38A9F05A-61A0-444B-8CF5-E80E32D57353}" type="presParOf" srcId="{5AA706EB-327C-4F6E-99E4-1F15F51D7FD0}" destId="{DBDE5A15-381B-45CF-8A14-89E41171D142}" srcOrd="3" destOrd="0" presId="urn:microsoft.com/office/officeart/2018/5/layout/CenteredIconLabelDescriptionList"/>
    <dgm:cxn modelId="{F356D928-ABB1-4866-B6FE-D62E5706BDBD}" type="presParOf" srcId="{5AA706EB-327C-4F6E-99E4-1F15F51D7FD0}" destId="{BD6308B0-5182-4349-AA4E-F655AE8FA5D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0D95F9-2B06-49B2-979F-1227A2DFCC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F46C753-AD77-442F-BC37-E8E7E34D5D49}">
      <dgm:prSet/>
      <dgm:spPr/>
      <dgm:t>
        <a:bodyPr/>
        <a:lstStyle/>
        <a:p>
          <a:pPr>
            <a:defRPr cap="all"/>
          </a:pPr>
          <a:r>
            <a:rPr lang="en-US"/>
            <a:t>Ethical</a:t>
          </a:r>
        </a:p>
      </dgm:t>
    </dgm:pt>
    <dgm:pt modelId="{5C9EF53A-1703-4B84-AE95-588C19D505E6}" type="parTrans" cxnId="{C16810FC-9140-4AC3-860C-30E9D9ED7CA2}">
      <dgm:prSet/>
      <dgm:spPr/>
      <dgm:t>
        <a:bodyPr/>
        <a:lstStyle/>
        <a:p>
          <a:endParaRPr lang="en-US"/>
        </a:p>
      </dgm:t>
    </dgm:pt>
    <dgm:pt modelId="{68C643E7-13EB-45C3-B081-284D8FE1089A}" type="sibTrans" cxnId="{C16810FC-9140-4AC3-860C-30E9D9ED7CA2}">
      <dgm:prSet/>
      <dgm:spPr/>
      <dgm:t>
        <a:bodyPr/>
        <a:lstStyle/>
        <a:p>
          <a:endParaRPr lang="en-US"/>
        </a:p>
      </dgm:t>
    </dgm:pt>
    <dgm:pt modelId="{3497956E-D4B6-45E8-AE98-2608545426E3}">
      <dgm:prSet/>
      <dgm:spPr/>
      <dgm:t>
        <a:bodyPr/>
        <a:lstStyle/>
        <a:p>
          <a:pPr>
            <a:defRPr cap="all"/>
          </a:pPr>
          <a:r>
            <a:rPr lang="en-US"/>
            <a:t>Security</a:t>
          </a:r>
        </a:p>
      </dgm:t>
    </dgm:pt>
    <dgm:pt modelId="{DEB37511-2819-4196-8D92-B04C71FD7A57}" type="parTrans" cxnId="{C442393F-C5A6-42B4-BE23-652D32CB48FD}">
      <dgm:prSet/>
      <dgm:spPr/>
      <dgm:t>
        <a:bodyPr/>
        <a:lstStyle/>
        <a:p>
          <a:endParaRPr lang="en-US"/>
        </a:p>
      </dgm:t>
    </dgm:pt>
    <dgm:pt modelId="{E911D297-EDED-4E94-BC84-F0ECC0961676}" type="sibTrans" cxnId="{C442393F-C5A6-42B4-BE23-652D32CB48FD}">
      <dgm:prSet/>
      <dgm:spPr/>
      <dgm:t>
        <a:bodyPr/>
        <a:lstStyle/>
        <a:p>
          <a:endParaRPr lang="en-US"/>
        </a:p>
      </dgm:t>
    </dgm:pt>
    <dgm:pt modelId="{4050413F-13DE-4003-86F7-585C1E84F5FB}">
      <dgm:prSet/>
      <dgm:spPr/>
      <dgm:t>
        <a:bodyPr/>
        <a:lstStyle/>
        <a:p>
          <a:pPr>
            <a:defRPr cap="all"/>
          </a:pPr>
          <a:r>
            <a:rPr lang="en-US"/>
            <a:t>Legal</a:t>
          </a:r>
        </a:p>
      </dgm:t>
    </dgm:pt>
    <dgm:pt modelId="{A9801755-958F-453F-B2FD-63ED4E3635A1}" type="parTrans" cxnId="{CB12D3B9-F1E0-4BCF-89E4-3B157F6B39C8}">
      <dgm:prSet/>
      <dgm:spPr/>
      <dgm:t>
        <a:bodyPr/>
        <a:lstStyle/>
        <a:p>
          <a:endParaRPr lang="en-US"/>
        </a:p>
      </dgm:t>
    </dgm:pt>
    <dgm:pt modelId="{F63EFDDB-D1AE-48DC-B684-9D55AF981BFD}" type="sibTrans" cxnId="{CB12D3B9-F1E0-4BCF-89E4-3B157F6B39C8}">
      <dgm:prSet/>
      <dgm:spPr/>
      <dgm:t>
        <a:bodyPr/>
        <a:lstStyle/>
        <a:p>
          <a:endParaRPr lang="en-US"/>
        </a:p>
      </dgm:t>
    </dgm:pt>
    <dgm:pt modelId="{D3781CD7-8A43-4643-9401-56FA0737A1D5}" type="pres">
      <dgm:prSet presAssocID="{B10D95F9-2B06-49B2-979F-1227A2DFCC55}" presName="root" presStyleCnt="0">
        <dgm:presLayoutVars>
          <dgm:dir/>
          <dgm:resizeHandles val="exact"/>
        </dgm:presLayoutVars>
      </dgm:prSet>
      <dgm:spPr/>
    </dgm:pt>
    <dgm:pt modelId="{885D8290-D989-47F2-B2DF-FF8E7D58E638}" type="pres">
      <dgm:prSet presAssocID="{DF46C753-AD77-442F-BC37-E8E7E34D5D49}" presName="compNode" presStyleCnt="0"/>
      <dgm:spPr/>
    </dgm:pt>
    <dgm:pt modelId="{89C7B0E2-3FBA-499B-ADB7-A37271F09F2F}" type="pres">
      <dgm:prSet presAssocID="{DF46C753-AD77-442F-BC37-E8E7E34D5D49}" presName="iconBgRect" presStyleLbl="bgShp" presStyleIdx="0" presStyleCnt="3"/>
      <dgm:spPr/>
    </dgm:pt>
    <dgm:pt modelId="{700F882A-5A2E-4F0E-AFD7-CE20D711C92E}" type="pres">
      <dgm:prSet presAssocID="{DF46C753-AD77-442F-BC37-E8E7E34D5D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C47A3F1-17B2-4EFB-9C8C-9BECECC8C645}" type="pres">
      <dgm:prSet presAssocID="{DF46C753-AD77-442F-BC37-E8E7E34D5D49}" presName="spaceRect" presStyleCnt="0"/>
      <dgm:spPr/>
    </dgm:pt>
    <dgm:pt modelId="{12D445EC-6C37-498A-80EE-69BD5F3DE565}" type="pres">
      <dgm:prSet presAssocID="{DF46C753-AD77-442F-BC37-E8E7E34D5D49}" presName="textRect" presStyleLbl="revTx" presStyleIdx="0" presStyleCnt="3">
        <dgm:presLayoutVars>
          <dgm:chMax val="1"/>
          <dgm:chPref val="1"/>
        </dgm:presLayoutVars>
      </dgm:prSet>
      <dgm:spPr/>
    </dgm:pt>
    <dgm:pt modelId="{4C5DFCB1-BC62-49DE-8537-4C7E5205F7FF}" type="pres">
      <dgm:prSet presAssocID="{68C643E7-13EB-45C3-B081-284D8FE1089A}" presName="sibTrans" presStyleCnt="0"/>
      <dgm:spPr/>
    </dgm:pt>
    <dgm:pt modelId="{DF6F032B-AE7D-4233-9FCB-513507F5DB6B}" type="pres">
      <dgm:prSet presAssocID="{3497956E-D4B6-45E8-AE98-2608545426E3}" presName="compNode" presStyleCnt="0"/>
      <dgm:spPr/>
    </dgm:pt>
    <dgm:pt modelId="{880DD99A-59B8-4EAC-97A7-E28FB36B7076}" type="pres">
      <dgm:prSet presAssocID="{3497956E-D4B6-45E8-AE98-2608545426E3}" presName="iconBgRect" presStyleLbl="bgShp" presStyleIdx="1" presStyleCnt="3"/>
      <dgm:spPr/>
    </dgm:pt>
    <dgm:pt modelId="{46F9FC09-2815-403E-B431-CFFAE17E71FB}" type="pres">
      <dgm:prSet presAssocID="{3497956E-D4B6-45E8-AE98-2608545426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D3AE0219-66DD-40ED-94B3-BC2410DA0FCE}" type="pres">
      <dgm:prSet presAssocID="{3497956E-D4B6-45E8-AE98-2608545426E3}" presName="spaceRect" presStyleCnt="0"/>
      <dgm:spPr/>
    </dgm:pt>
    <dgm:pt modelId="{9A2CE63C-7B73-43E9-8AF3-2FFB20217C38}" type="pres">
      <dgm:prSet presAssocID="{3497956E-D4B6-45E8-AE98-2608545426E3}" presName="textRect" presStyleLbl="revTx" presStyleIdx="1" presStyleCnt="3">
        <dgm:presLayoutVars>
          <dgm:chMax val="1"/>
          <dgm:chPref val="1"/>
        </dgm:presLayoutVars>
      </dgm:prSet>
      <dgm:spPr/>
    </dgm:pt>
    <dgm:pt modelId="{5F4C0EA9-3F41-44F4-AD5C-D343D495C3E1}" type="pres">
      <dgm:prSet presAssocID="{E911D297-EDED-4E94-BC84-F0ECC0961676}" presName="sibTrans" presStyleCnt="0"/>
      <dgm:spPr/>
    </dgm:pt>
    <dgm:pt modelId="{B4BF9C0A-1BFE-49A0-BFF6-CA8ACB16CF72}" type="pres">
      <dgm:prSet presAssocID="{4050413F-13DE-4003-86F7-585C1E84F5FB}" presName="compNode" presStyleCnt="0"/>
      <dgm:spPr/>
    </dgm:pt>
    <dgm:pt modelId="{EC4D9A89-B23B-4471-8B9F-0A6DB54ADA3C}" type="pres">
      <dgm:prSet presAssocID="{4050413F-13DE-4003-86F7-585C1E84F5FB}" presName="iconBgRect" presStyleLbl="bgShp" presStyleIdx="2" presStyleCnt="3"/>
      <dgm:spPr/>
    </dgm:pt>
    <dgm:pt modelId="{44CE6055-936D-4ECF-BA55-6E30FDA2932C}" type="pres">
      <dgm:prSet presAssocID="{4050413F-13DE-4003-86F7-585C1E84F5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D6E5ED92-F2B6-444D-9256-370EEB52A9A2}" type="pres">
      <dgm:prSet presAssocID="{4050413F-13DE-4003-86F7-585C1E84F5FB}" presName="spaceRect" presStyleCnt="0"/>
      <dgm:spPr/>
    </dgm:pt>
    <dgm:pt modelId="{C1428004-1928-4820-B5BD-F02C2443DC0C}" type="pres">
      <dgm:prSet presAssocID="{4050413F-13DE-4003-86F7-585C1E84F5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A6F2A08-5196-4371-BF5C-CDD789F0D797}" type="presOf" srcId="{3497956E-D4B6-45E8-AE98-2608545426E3}" destId="{9A2CE63C-7B73-43E9-8AF3-2FFB20217C38}" srcOrd="0" destOrd="0" presId="urn:microsoft.com/office/officeart/2018/5/layout/IconCircleLabelList"/>
    <dgm:cxn modelId="{C442393F-C5A6-42B4-BE23-652D32CB48FD}" srcId="{B10D95F9-2B06-49B2-979F-1227A2DFCC55}" destId="{3497956E-D4B6-45E8-AE98-2608545426E3}" srcOrd="1" destOrd="0" parTransId="{DEB37511-2819-4196-8D92-B04C71FD7A57}" sibTransId="{E911D297-EDED-4E94-BC84-F0ECC0961676}"/>
    <dgm:cxn modelId="{92486250-C2DE-49A6-B62F-E2EC34B85322}" type="presOf" srcId="{B10D95F9-2B06-49B2-979F-1227A2DFCC55}" destId="{D3781CD7-8A43-4643-9401-56FA0737A1D5}" srcOrd="0" destOrd="0" presId="urn:microsoft.com/office/officeart/2018/5/layout/IconCircleLabelList"/>
    <dgm:cxn modelId="{03629486-DBD0-4D89-8866-D72285AD701A}" type="presOf" srcId="{DF46C753-AD77-442F-BC37-E8E7E34D5D49}" destId="{12D445EC-6C37-498A-80EE-69BD5F3DE565}" srcOrd="0" destOrd="0" presId="urn:microsoft.com/office/officeart/2018/5/layout/IconCircleLabelList"/>
    <dgm:cxn modelId="{2A2D1DAD-D88E-4190-9FB7-C09C38CCCB97}" type="presOf" srcId="{4050413F-13DE-4003-86F7-585C1E84F5FB}" destId="{C1428004-1928-4820-B5BD-F02C2443DC0C}" srcOrd="0" destOrd="0" presId="urn:microsoft.com/office/officeart/2018/5/layout/IconCircleLabelList"/>
    <dgm:cxn modelId="{CB12D3B9-F1E0-4BCF-89E4-3B157F6B39C8}" srcId="{B10D95F9-2B06-49B2-979F-1227A2DFCC55}" destId="{4050413F-13DE-4003-86F7-585C1E84F5FB}" srcOrd="2" destOrd="0" parTransId="{A9801755-958F-453F-B2FD-63ED4E3635A1}" sibTransId="{F63EFDDB-D1AE-48DC-B684-9D55AF981BFD}"/>
    <dgm:cxn modelId="{C16810FC-9140-4AC3-860C-30E9D9ED7CA2}" srcId="{B10D95F9-2B06-49B2-979F-1227A2DFCC55}" destId="{DF46C753-AD77-442F-BC37-E8E7E34D5D49}" srcOrd="0" destOrd="0" parTransId="{5C9EF53A-1703-4B84-AE95-588C19D505E6}" sibTransId="{68C643E7-13EB-45C3-B081-284D8FE1089A}"/>
    <dgm:cxn modelId="{EECEB2DE-A13E-4885-83CC-6B5588FAD69C}" type="presParOf" srcId="{D3781CD7-8A43-4643-9401-56FA0737A1D5}" destId="{885D8290-D989-47F2-B2DF-FF8E7D58E638}" srcOrd="0" destOrd="0" presId="urn:microsoft.com/office/officeart/2018/5/layout/IconCircleLabelList"/>
    <dgm:cxn modelId="{4176B64B-D05F-47AA-98B5-55983DDBA4B6}" type="presParOf" srcId="{885D8290-D989-47F2-B2DF-FF8E7D58E638}" destId="{89C7B0E2-3FBA-499B-ADB7-A37271F09F2F}" srcOrd="0" destOrd="0" presId="urn:microsoft.com/office/officeart/2018/5/layout/IconCircleLabelList"/>
    <dgm:cxn modelId="{88165AB3-15A1-4F72-BDE8-88658706A10F}" type="presParOf" srcId="{885D8290-D989-47F2-B2DF-FF8E7D58E638}" destId="{700F882A-5A2E-4F0E-AFD7-CE20D711C92E}" srcOrd="1" destOrd="0" presId="urn:microsoft.com/office/officeart/2018/5/layout/IconCircleLabelList"/>
    <dgm:cxn modelId="{877101E5-5AE0-4F52-AA7E-A41D373AF39D}" type="presParOf" srcId="{885D8290-D989-47F2-B2DF-FF8E7D58E638}" destId="{9C47A3F1-17B2-4EFB-9C8C-9BECECC8C645}" srcOrd="2" destOrd="0" presId="urn:microsoft.com/office/officeart/2018/5/layout/IconCircleLabelList"/>
    <dgm:cxn modelId="{6DDB18DD-10B6-4187-9C55-FCBDD88C7C2D}" type="presParOf" srcId="{885D8290-D989-47F2-B2DF-FF8E7D58E638}" destId="{12D445EC-6C37-498A-80EE-69BD5F3DE565}" srcOrd="3" destOrd="0" presId="urn:microsoft.com/office/officeart/2018/5/layout/IconCircleLabelList"/>
    <dgm:cxn modelId="{2E7DEA4E-C2D2-4106-895F-9D8E705B201C}" type="presParOf" srcId="{D3781CD7-8A43-4643-9401-56FA0737A1D5}" destId="{4C5DFCB1-BC62-49DE-8537-4C7E5205F7FF}" srcOrd="1" destOrd="0" presId="urn:microsoft.com/office/officeart/2018/5/layout/IconCircleLabelList"/>
    <dgm:cxn modelId="{10E4A791-100D-4F67-9FB9-FEFB8988B9F2}" type="presParOf" srcId="{D3781CD7-8A43-4643-9401-56FA0737A1D5}" destId="{DF6F032B-AE7D-4233-9FCB-513507F5DB6B}" srcOrd="2" destOrd="0" presId="urn:microsoft.com/office/officeart/2018/5/layout/IconCircleLabelList"/>
    <dgm:cxn modelId="{AF1993F7-ECAE-4748-9963-F7D4DAF2B0B8}" type="presParOf" srcId="{DF6F032B-AE7D-4233-9FCB-513507F5DB6B}" destId="{880DD99A-59B8-4EAC-97A7-E28FB36B7076}" srcOrd="0" destOrd="0" presId="urn:microsoft.com/office/officeart/2018/5/layout/IconCircleLabelList"/>
    <dgm:cxn modelId="{DFAC199C-C1DF-4EF8-888C-8AD4111A8AAC}" type="presParOf" srcId="{DF6F032B-AE7D-4233-9FCB-513507F5DB6B}" destId="{46F9FC09-2815-403E-B431-CFFAE17E71FB}" srcOrd="1" destOrd="0" presId="urn:microsoft.com/office/officeart/2018/5/layout/IconCircleLabelList"/>
    <dgm:cxn modelId="{8136AE62-8262-47A6-A665-C164C52AD34C}" type="presParOf" srcId="{DF6F032B-AE7D-4233-9FCB-513507F5DB6B}" destId="{D3AE0219-66DD-40ED-94B3-BC2410DA0FCE}" srcOrd="2" destOrd="0" presId="urn:microsoft.com/office/officeart/2018/5/layout/IconCircleLabelList"/>
    <dgm:cxn modelId="{8FDA3B4F-5B43-484F-ACD4-F0FA2822353A}" type="presParOf" srcId="{DF6F032B-AE7D-4233-9FCB-513507F5DB6B}" destId="{9A2CE63C-7B73-43E9-8AF3-2FFB20217C38}" srcOrd="3" destOrd="0" presId="urn:microsoft.com/office/officeart/2018/5/layout/IconCircleLabelList"/>
    <dgm:cxn modelId="{7B938DD3-8375-41AF-846F-89791A44055F}" type="presParOf" srcId="{D3781CD7-8A43-4643-9401-56FA0737A1D5}" destId="{5F4C0EA9-3F41-44F4-AD5C-D343D495C3E1}" srcOrd="3" destOrd="0" presId="urn:microsoft.com/office/officeart/2018/5/layout/IconCircleLabelList"/>
    <dgm:cxn modelId="{AD73942D-8477-4770-8D3D-1A237B9AC9E0}" type="presParOf" srcId="{D3781CD7-8A43-4643-9401-56FA0737A1D5}" destId="{B4BF9C0A-1BFE-49A0-BFF6-CA8ACB16CF72}" srcOrd="4" destOrd="0" presId="urn:microsoft.com/office/officeart/2018/5/layout/IconCircleLabelList"/>
    <dgm:cxn modelId="{23F8BB65-44AF-4C27-9209-8018E337E5B7}" type="presParOf" srcId="{B4BF9C0A-1BFE-49A0-BFF6-CA8ACB16CF72}" destId="{EC4D9A89-B23B-4471-8B9F-0A6DB54ADA3C}" srcOrd="0" destOrd="0" presId="urn:microsoft.com/office/officeart/2018/5/layout/IconCircleLabelList"/>
    <dgm:cxn modelId="{61711651-6220-46EB-A72F-518BAD07CEFA}" type="presParOf" srcId="{B4BF9C0A-1BFE-49A0-BFF6-CA8ACB16CF72}" destId="{44CE6055-936D-4ECF-BA55-6E30FDA2932C}" srcOrd="1" destOrd="0" presId="urn:microsoft.com/office/officeart/2018/5/layout/IconCircleLabelList"/>
    <dgm:cxn modelId="{5B767E23-B377-40C9-A7D6-D7C239F2EA0E}" type="presParOf" srcId="{B4BF9C0A-1BFE-49A0-BFF6-CA8ACB16CF72}" destId="{D6E5ED92-F2B6-444D-9256-370EEB52A9A2}" srcOrd="2" destOrd="0" presId="urn:microsoft.com/office/officeart/2018/5/layout/IconCircleLabelList"/>
    <dgm:cxn modelId="{3272E8C8-CFA2-4FEF-94BC-4227B999A3F4}" type="presParOf" srcId="{B4BF9C0A-1BFE-49A0-BFF6-CA8ACB16CF72}" destId="{C1428004-1928-4820-B5BD-F02C2443DC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E7A18-7003-493A-8101-FE2344F76A43}">
      <dsp:nvSpPr>
        <dsp:cNvPr id="0" name=""/>
        <dsp:cNvSpPr/>
      </dsp:nvSpPr>
      <dsp:spPr>
        <a:xfrm>
          <a:off x="2169914" y="37989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723D0-1C58-4AB9-9A21-78DB46416F78}">
      <dsp:nvSpPr>
        <dsp:cNvPr id="0" name=""/>
        <dsp:cNvSpPr/>
      </dsp:nvSpPr>
      <dsp:spPr>
        <a:xfrm>
          <a:off x="765914" y="2039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Project Purposes</a:t>
          </a:r>
        </a:p>
      </dsp:txBody>
      <dsp:txXfrm>
        <a:off x="765914" y="2039516"/>
        <a:ext cx="4320000" cy="648000"/>
      </dsp:txXfrm>
    </dsp:sp>
    <dsp:sp modelId="{E9481BB9-9AAF-4F30-9636-61CD5D08F843}">
      <dsp:nvSpPr>
        <dsp:cNvPr id="0" name=""/>
        <dsp:cNvSpPr/>
      </dsp:nvSpPr>
      <dsp:spPr>
        <a:xfrm>
          <a:off x="765914" y="2756176"/>
          <a:ext cx="4320000" cy="1056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err="1">
              <a:latin typeface="Aptos Display" panose="02110004020202020204"/>
            </a:rPr>
            <a:t>MalAI</a:t>
          </a:r>
          <a:r>
            <a:rPr lang="en-US" sz="1700" b="0" kern="1200">
              <a:latin typeface="Aptos Display" panose="02110004020202020204"/>
            </a:rPr>
            <a:t> will reduce the time it takes for a user to reverse engineer an executable by providing an improved </a:t>
          </a:r>
          <a:r>
            <a:rPr lang="en-US" sz="1700" b="0" kern="1200" err="1">
              <a:latin typeface="Aptos Display" panose="02110004020202020204"/>
            </a:rPr>
            <a:t>decompilation</a:t>
          </a:r>
          <a:r>
            <a:rPr lang="en-US" sz="1700" b="0" kern="1200">
              <a:latin typeface="Aptos Display" panose="02110004020202020204"/>
            </a:rPr>
            <a:t> process</a:t>
          </a:r>
        </a:p>
      </dsp:txBody>
      <dsp:txXfrm>
        <a:off x="765914" y="2756176"/>
        <a:ext cx="4320000" cy="1056730"/>
      </dsp:txXfrm>
    </dsp:sp>
    <dsp:sp modelId="{ECE1725D-1BB4-483F-944A-483FB24949E5}">
      <dsp:nvSpPr>
        <dsp:cNvPr id="0" name=""/>
        <dsp:cNvSpPr/>
      </dsp:nvSpPr>
      <dsp:spPr>
        <a:xfrm>
          <a:off x="7245914" y="37989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7202F-AFE5-41D2-868E-C27B5E999E13}">
      <dsp:nvSpPr>
        <dsp:cNvPr id="0" name=""/>
        <dsp:cNvSpPr/>
      </dsp:nvSpPr>
      <dsp:spPr>
        <a:xfrm>
          <a:off x="5841914" y="2039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Goal Statements: </a:t>
          </a:r>
        </a:p>
      </dsp:txBody>
      <dsp:txXfrm>
        <a:off x="5841914" y="2039516"/>
        <a:ext cx="4320000" cy="648000"/>
      </dsp:txXfrm>
    </dsp:sp>
    <dsp:sp modelId="{2D5526FD-2AE2-49A4-90B6-D6A2A5F7FC97}">
      <dsp:nvSpPr>
        <dsp:cNvPr id="0" name=""/>
        <dsp:cNvSpPr/>
      </dsp:nvSpPr>
      <dsp:spPr>
        <a:xfrm>
          <a:off x="5841914" y="2756176"/>
          <a:ext cx="4320000" cy="1056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Malware analysis tool that utilizes reverse engineering and artificial intelligence models to analyze executable files and detect malware</a:t>
          </a:r>
        </a:p>
      </dsp:txBody>
      <dsp:txXfrm>
        <a:off x="5841914" y="2756176"/>
        <a:ext cx="4320000" cy="1056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7BA0C-2209-4994-AB83-AF1465372EA2}">
      <dsp:nvSpPr>
        <dsp:cNvPr id="0" name=""/>
        <dsp:cNvSpPr/>
      </dsp:nvSpPr>
      <dsp:spPr>
        <a:xfrm>
          <a:off x="2169914" y="28762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71092-4F23-4CCE-9FE0-07110C1A80EE}">
      <dsp:nvSpPr>
        <dsp:cNvPr id="0" name=""/>
        <dsp:cNvSpPr/>
      </dsp:nvSpPr>
      <dsp:spPr>
        <a:xfrm>
          <a:off x="765914" y="1955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Project Advisor:</a:t>
          </a:r>
        </a:p>
      </dsp:txBody>
      <dsp:txXfrm>
        <a:off x="765914" y="1955181"/>
        <a:ext cx="4320000" cy="648000"/>
      </dsp:txXfrm>
    </dsp:sp>
    <dsp:sp modelId="{BD638BAB-9F87-4D33-8057-A499CA7CD368}">
      <dsp:nvSpPr>
        <dsp:cNvPr id="0" name=""/>
        <dsp:cNvSpPr/>
      </dsp:nvSpPr>
      <dsp:spPr>
        <a:xfrm>
          <a:off x="765914" y="2675532"/>
          <a:ext cx="4320000" cy="1229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Dr. </a:t>
          </a:r>
          <a:r>
            <a:rPr lang="en-US" sz="1700" kern="1200" err="1"/>
            <a:t>Abuaitah</a:t>
          </a:r>
          <a:endParaRPr lang="en-US" sz="1700" kern="1200"/>
        </a:p>
      </dsp:txBody>
      <dsp:txXfrm>
        <a:off x="765914" y="2675532"/>
        <a:ext cx="4320000" cy="1229645"/>
      </dsp:txXfrm>
    </dsp:sp>
    <dsp:sp modelId="{6EA515BD-ABBB-4C95-B259-556CEEFFAB81}">
      <dsp:nvSpPr>
        <dsp:cNvPr id="0" name=""/>
        <dsp:cNvSpPr/>
      </dsp:nvSpPr>
      <dsp:spPr>
        <a:xfrm>
          <a:off x="7245914" y="287626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E95DB-934F-442F-A6B5-33B0722D5AC2}">
      <dsp:nvSpPr>
        <dsp:cNvPr id="0" name=""/>
        <dsp:cNvSpPr/>
      </dsp:nvSpPr>
      <dsp:spPr>
        <a:xfrm>
          <a:off x="5841914" y="1955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Group Members</a:t>
          </a:r>
        </a:p>
      </dsp:txBody>
      <dsp:txXfrm>
        <a:off x="5841914" y="1955181"/>
        <a:ext cx="4320000" cy="648000"/>
      </dsp:txXfrm>
    </dsp:sp>
    <dsp:sp modelId="{BD6308B0-5182-4349-AA4E-F655AE8FA5DB}">
      <dsp:nvSpPr>
        <dsp:cNvPr id="0" name=""/>
        <dsp:cNvSpPr/>
      </dsp:nvSpPr>
      <dsp:spPr>
        <a:xfrm>
          <a:off x="5841914" y="2675532"/>
          <a:ext cx="4320000" cy="1229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Long Nguyen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Email:</a:t>
          </a:r>
          <a:r>
            <a:rPr lang="en-US" sz="1700" kern="1200">
              <a:latin typeface="Aptos Display" panose="02110004020202020204"/>
            </a:rPr>
            <a:t> nguye2l6@mail.uc.edu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Luqman Al Hasni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Email: alhasnld@mail.uc.edu</a:t>
          </a:r>
        </a:p>
      </dsp:txBody>
      <dsp:txXfrm>
        <a:off x="5841914" y="2675532"/>
        <a:ext cx="4320000" cy="12296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7B0E2-3FBA-499B-ADB7-A37271F09F2F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F882A-5A2E-4F0E-AFD7-CE20D711C92E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445EC-6C37-498A-80EE-69BD5F3DE565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Ethical</a:t>
          </a:r>
        </a:p>
      </dsp:txBody>
      <dsp:txXfrm>
        <a:off x="93445" y="3018902"/>
        <a:ext cx="3206250" cy="720000"/>
      </dsp:txXfrm>
    </dsp:sp>
    <dsp:sp modelId="{880DD99A-59B8-4EAC-97A7-E28FB36B7076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9FC09-2815-403E-B431-CFFAE17E71FB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CE63C-7B73-43E9-8AF3-2FFB20217C38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Security</a:t>
          </a:r>
        </a:p>
      </dsp:txBody>
      <dsp:txXfrm>
        <a:off x="3860789" y="3018902"/>
        <a:ext cx="3206250" cy="720000"/>
      </dsp:txXfrm>
    </dsp:sp>
    <dsp:sp modelId="{EC4D9A89-B23B-4471-8B9F-0A6DB54ADA3C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E6055-936D-4ECF-BA55-6E30FDA2932C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28004-1928-4820-B5BD-F02C2443DC0C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Legal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CD3C-6695-47A6-9CF7-0630E6125F2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1FAE9-52EE-4A32-AAD1-D3FDF8CE8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3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99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01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41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66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24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20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7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30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1FAE9-52EE-4A32-AAD1-D3FDF8CE85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35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6C2E-264F-96D7-3675-2A59E26F3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8E9FF-24A4-F2EE-8C19-B753B5343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0DB3F-62BF-CCCC-6CFA-CDDB02FB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27890-594A-48A1-C6F0-BC9D61AB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AB6BF-319C-34F0-1EDB-19BC1B72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5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8938-24F7-5C78-84C7-F6FC6981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28FB-7DFC-FC63-9C03-64EB4258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C06F2-9358-DFA7-2B5C-45C3CB97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F22BB-4AF0-3F28-67D5-339E512B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50A80-2E95-51AD-0A1D-035672CE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2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63CA-40C5-E8FB-7419-BF7E5C5D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7E42-B935-6064-516B-1D7900B5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11CF6-73A9-74C9-A9BD-27006518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4B50-FBE3-3B86-33E0-AB02DFCC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E7E40-2D89-694B-B680-E83DD564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4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77CD-D379-C85D-5D5A-22A4249D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92862-685C-EAAD-5BDE-A71B6FDDB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962BE-6741-EB2F-483D-8EE5F6ED9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AD8A1-DEB8-16ED-5A00-0FD4FFEF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296D6-FA3A-E378-4559-718C4ADA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FD95D-71F8-2783-9320-74ECB678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1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1801-FF00-CE01-F750-47F91F50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6C0B8-5162-D0ED-B50F-B51F79CD0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A10D0-E75E-E9BA-6F44-61E526BEA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001B5-BD2B-E239-049E-162D9B420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86397-F9A6-C437-0124-CCC5606DB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57183-2CC0-C711-68F2-DA2060BE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E7EC6-519A-54D1-FD17-FCECA2FB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B8A3B-DD1F-0DDC-4B22-7C52A598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2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B174-47F2-18A3-3033-F4846A8C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C6D24-090A-797E-FB0E-5AB78EBF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FA0CA-5C90-D473-F268-118BF9D6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872D7-49CE-88E1-5E7F-7C330221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1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30070-DF9E-EF32-099C-8AFFE65D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06D19-2DA1-C51B-342C-ABB6E97B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D2B4D-00B0-42CC-9111-A41B56C8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6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3AAC-C4CF-CE13-C65D-1BF81E9E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A8487-1E3E-443E-769D-3E0AD866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D3DBB-B856-DCB7-BA4F-7881A2F9B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9A670-2DC3-AF4C-A6A8-8B3B4E06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5F4F4-0666-CE9F-467B-0F10A0AC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09D11-EDE2-9F35-1100-89EB4F24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911E-04FE-4EC0-5CC2-84ABC684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FCE02-6147-74D6-C891-B7F4D24FA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5C1D1-DC41-64C4-D1EC-1210B9932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72654-FD72-2445-5DDA-E42061A4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98C70-6F7A-DB93-E3D9-98EDBAE6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8D169-A398-B7C6-F31D-344F20D4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8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1E4F-0450-5BE3-7A3B-6EF23476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3DA2E-D24A-C40E-C7E1-05A757EA7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1045C-3A9A-5C3C-882A-7377E056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CDC56-788F-997A-0A55-52862121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4FEE-2813-22B7-9CEE-3F17474C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3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F8BEF-20E1-D81A-D3C2-1EACBABBF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7416-994E-A14E-3F9A-4710F9D7B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0100C-001D-00AB-5FA2-D4C5365B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3EB4C-D141-6922-0254-CDFAC198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390CA-BE1C-BD11-CF0E-3DED37BD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1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63060-4B65-6922-7442-2048BAF0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E5D25-38CD-ECFC-D273-C845D57C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7224-BED0-55DB-969F-9AD7505A8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6CB40-4583-4C51-9269-DE8F2C66DCC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F2019-0676-4C1B-14B0-34A1AD3DA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3D9E-2AD1-1E67-6380-8CB0A0E32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5ECB6-F98C-4A07-A966-6A3BC247A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1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code representation.">
            <a:extLst>
              <a:ext uri="{FF2B5EF4-FFF2-40B4-BE49-F238E27FC236}">
                <a16:creationId xmlns:a16="http://schemas.microsoft.com/office/drawing/2014/main" id="{D851DCED-4C42-06B3-F964-37FF27C55F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44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AC091-4E18-9A27-17DF-F530CE2E0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 err="1">
                <a:solidFill>
                  <a:srgbClr val="FFFFFF"/>
                </a:solidFill>
              </a:rPr>
              <a:t>MalAI</a:t>
            </a:r>
            <a:endParaRPr lang="en-US" sz="8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AB067-64A2-8A42-7614-07DB3A0C2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Group Number: 20</a:t>
            </a:r>
          </a:p>
        </p:txBody>
      </p:sp>
    </p:spTree>
    <p:extLst>
      <p:ext uri="{BB962C8B-B14F-4D97-AF65-F5344CB8AC3E}">
        <p14:creationId xmlns:p14="http://schemas.microsoft.com/office/powerpoint/2010/main" val="11600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6"/>
    </mc:Choice>
    <mc:Fallback xmlns="">
      <p:transition spd="slow" advTm="44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5B506-6695-5110-09F0-EF714C23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Title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0E8E67-8476-62A4-F84F-97E9D8068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0470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19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12"/>
    </mc:Choice>
    <mc:Fallback xmlns="">
      <p:transition spd="slow" advTm="3311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D71B6-A27D-1C3B-40E1-BE7F6D04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Involved People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7CA0BF-F6E9-E103-0F48-E2C81F9E73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6146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88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44"/>
    </mc:Choice>
    <mc:Fallback xmlns="">
      <p:transition spd="slow" advTm="84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C1452-3333-23A1-1A8E-9A7FD4D8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7CC58-A38F-0AF0-6B68-17F078EB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err="1"/>
              <a:t>MalAI</a:t>
            </a:r>
            <a:r>
              <a:rPr lang="en-US" sz="2000"/>
              <a:t> is an AI-powered </a:t>
            </a:r>
            <a:r>
              <a:rPr lang="en-US" sz="2000" err="1"/>
              <a:t>Ghidra</a:t>
            </a:r>
            <a:r>
              <a:rPr lang="en-US" sz="2000"/>
              <a:t> plugin that aims to reduce the time taken in reverse engineering by improving the accuracy of existing </a:t>
            </a:r>
            <a:r>
              <a:rPr lang="en-US" sz="2000" err="1"/>
              <a:t>decompilation</a:t>
            </a:r>
            <a:r>
              <a:rPr lang="en-US" sz="2000"/>
              <a:t> processes. This will be achieved by finetuning an LLM on ASM-Source pairs using existing datasets such as </a:t>
            </a:r>
            <a:r>
              <a:rPr lang="en-US" sz="2000" err="1"/>
              <a:t>Exebench</a:t>
            </a:r>
            <a:r>
              <a:rPr lang="en-US" sz="2000"/>
              <a:t> and decompile bench, extending work from LLM4Decompile. </a:t>
            </a:r>
            <a:r>
              <a:rPr lang="en-US" sz="2000" err="1"/>
              <a:t>MalAI's</a:t>
            </a:r>
            <a:r>
              <a:rPr lang="en-US" sz="2000"/>
              <a:t> model will be integrated directly into </a:t>
            </a:r>
            <a:r>
              <a:rPr lang="en-US" sz="2000" err="1"/>
              <a:t>Ghidra</a:t>
            </a:r>
            <a:r>
              <a:rPr lang="en-US" sz="2000"/>
              <a:t> as a </a:t>
            </a:r>
            <a:r>
              <a:rPr lang="en-US" sz="2000" err="1"/>
              <a:t>decompilation</a:t>
            </a:r>
            <a:r>
              <a:rPr lang="en-US" sz="2000"/>
              <a:t> tool to access more human-</a:t>
            </a:r>
            <a:r>
              <a:rPr lang="en-US" sz="2000" err="1"/>
              <a:t>readible</a:t>
            </a:r>
            <a:r>
              <a:rPr lang="en-US" sz="2000"/>
              <a:t> C-Code. Additionally, extra functionalities such as malware analysis will be enabled through these trained models and outputs.</a:t>
            </a:r>
          </a:p>
        </p:txBody>
      </p:sp>
    </p:spTree>
    <p:extLst>
      <p:ext uri="{BB962C8B-B14F-4D97-AF65-F5344CB8AC3E}">
        <p14:creationId xmlns:p14="http://schemas.microsoft.com/office/powerpoint/2010/main" val="422682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95"/>
    </mc:Choice>
    <mc:Fallback xmlns="">
      <p:transition spd="slow" advTm="5289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E6074-630E-8BE2-6296-077E1EA1A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748A-991A-F681-AC00-7978F41D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2000"/>
              <a:t>As a malware analyst, I reverse engineer countless executables through my career. However, the process of reverse engineering can be time-consuming as the current </a:t>
            </a:r>
            <a:r>
              <a:rPr lang="en-US" sz="2000" err="1"/>
              <a:t>decompilation</a:t>
            </a:r>
            <a:r>
              <a:rPr lang="en-US" sz="2000"/>
              <a:t> processes provides hard-to-read c-code. Therefore, I utilize </a:t>
            </a:r>
            <a:r>
              <a:rPr lang="en-US" sz="2000" err="1"/>
              <a:t>MalAI</a:t>
            </a:r>
            <a:r>
              <a:rPr lang="en-US" sz="2000"/>
              <a:t> to speed up my analysis by generating more readable c-code, allowing me to determine whether an executable is malware more quickly.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7929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18"/>
    </mc:Choice>
    <mc:Fallback xmlns="">
      <p:transition spd="slow" advTm="2881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D80A75-AAE3-B02B-631C-B4F1F48B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User Stories: Cont’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85F3-8B78-70E4-A737-7B9CBF82C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As a software developer, I often download many executable files for various reasons (testing applications, downloading coding-related software, etc.). However, this habit opens a lot of doors for my computer to get harmed. Therefore, I utilize </a:t>
            </a:r>
            <a:r>
              <a:rPr lang="en-US" sz="1800" err="1">
                <a:solidFill>
                  <a:schemeClr val="tx2"/>
                </a:solidFill>
              </a:rPr>
              <a:t>MalAI</a:t>
            </a:r>
            <a:r>
              <a:rPr lang="en-US" sz="1800">
                <a:solidFill>
                  <a:schemeClr val="tx2"/>
                </a:solidFill>
              </a:rPr>
              <a:t> to identify any malware in the executable files I intend to use. Furthermore, I also utilize </a:t>
            </a:r>
            <a:r>
              <a:rPr lang="en-US" sz="1800" err="1">
                <a:solidFill>
                  <a:schemeClr val="tx2"/>
                </a:solidFill>
              </a:rPr>
              <a:t>MalAI</a:t>
            </a:r>
            <a:r>
              <a:rPr lang="en-US" sz="1800">
                <a:solidFill>
                  <a:schemeClr val="tx2"/>
                </a:solidFill>
              </a:rPr>
              <a:t> to generate and read Assembly and C++ codes to further analyze any suspicious executable files and ensure that the file will only do what it is intended to do.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27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01"/>
    </mc:Choice>
    <mc:Fallback xmlns="">
      <p:transition spd="slow" advTm="3930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3E51E-0194-9AB2-D2D6-7C428091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Diagrams: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>
                <a:solidFill>
                  <a:srgbClr val="FFFFFF"/>
                </a:solidFill>
              </a:rPr>
              <a:t>Simplified Topology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81AB8108-73A4-6CCA-CE25-4583D6C77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72730"/>
            <a:ext cx="7225748" cy="371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8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48"/>
    </mc:Choice>
    <mc:Fallback xmlns="">
      <p:transition spd="slow" advTm="536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5491D-5765-8D20-AC8C-A1AD5A58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Diagrams: Cont’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Thorough Topology</a:t>
            </a:r>
          </a:p>
        </p:txBody>
      </p:sp>
      <p:pic>
        <p:nvPicPr>
          <p:cNvPr id="6" name="Content Placeholder 5" descr="A diagram of a diagram&#10;&#10;AI-generated content may be incorrect.">
            <a:extLst>
              <a:ext uri="{FF2B5EF4-FFF2-40B4-BE49-F238E27FC236}">
                <a16:creationId xmlns:a16="http://schemas.microsoft.com/office/drawing/2014/main" id="{A56B1485-0291-B529-9723-E0DCE0B18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469908"/>
            <a:ext cx="6780700" cy="391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0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47"/>
    </mc:Choice>
    <mc:Fallback xmlns="">
      <p:transition spd="slow" advTm="7964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88FAC-413A-8C9D-7DBA-98996DE4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Major Project Constraints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1C14BA-F272-E7DC-FE65-45EBF68F8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7594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57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986"/>
    </mc:Choice>
    <mc:Fallback xmlns="">
      <p:transition spd="slow" advTm="8398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1F2D7-1404-9DC8-FA35-1F97BB8C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Review 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B646-94A5-437A-7ECB-ABF2878DD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Milestones: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Research available solutions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Chose potential datasets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Explore datasets performance</a:t>
            </a:r>
          </a:p>
          <a:p>
            <a:pPr lvl="1"/>
            <a:r>
              <a:rPr lang="en-US" sz="2000" dirty="0"/>
              <a:t>Train LLM via chosen datasets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Build the foundation of </a:t>
            </a:r>
            <a:r>
              <a:rPr lang="en-US" sz="2000" dirty="0" err="1">
                <a:highlight>
                  <a:srgbClr val="FFFF00"/>
                </a:highlight>
              </a:rPr>
              <a:t>Ghidra</a:t>
            </a:r>
            <a:r>
              <a:rPr lang="en-US" sz="2000" dirty="0">
                <a:highlight>
                  <a:srgbClr val="FFFF00"/>
                </a:highlight>
              </a:rPr>
              <a:t> plugin</a:t>
            </a:r>
          </a:p>
          <a:p>
            <a:pPr lvl="1"/>
            <a:r>
              <a:rPr lang="en-US" sz="2000" dirty="0"/>
              <a:t>Integrating finetuned LLM with </a:t>
            </a:r>
            <a:r>
              <a:rPr lang="en-US" sz="2000" dirty="0" err="1"/>
              <a:t>Ghidra</a:t>
            </a:r>
            <a:r>
              <a:rPr lang="en-US" sz="2000" dirty="0"/>
              <a:t> plugin</a:t>
            </a:r>
          </a:p>
          <a:p>
            <a:pPr lvl="1"/>
            <a:r>
              <a:rPr lang="en-US" sz="2000" dirty="0"/>
              <a:t>Demo </a:t>
            </a:r>
            <a:r>
              <a:rPr lang="en-US" sz="2000" dirty="0" err="1"/>
              <a:t>MalAI</a:t>
            </a:r>
            <a:endParaRPr lang="en-US" sz="2000" dirty="0"/>
          </a:p>
          <a:p>
            <a:pPr lvl="1"/>
            <a:r>
              <a:rPr lang="en-US" sz="2000" dirty="0"/>
              <a:t>Provide malware analysis solution via </a:t>
            </a:r>
            <a:r>
              <a:rPr lang="en-US" sz="2000" dirty="0" err="1"/>
              <a:t>Ghidra</a:t>
            </a:r>
            <a:r>
              <a:rPr lang="en-US" sz="2000" dirty="0"/>
              <a:t> plugin</a:t>
            </a:r>
          </a:p>
          <a:p>
            <a:pPr lvl="1"/>
            <a:r>
              <a:rPr lang="en-US" sz="2000" dirty="0"/>
              <a:t>Provide malware generation solution via </a:t>
            </a:r>
            <a:r>
              <a:rPr lang="en-US" sz="2000" dirty="0" err="1"/>
              <a:t>Ghidra</a:t>
            </a:r>
            <a:r>
              <a:rPr lang="en-US" sz="2000" dirty="0"/>
              <a:t> plugin</a:t>
            </a:r>
          </a:p>
          <a:p>
            <a:pPr lvl="1"/>
            <a:r>
              <a:rPr lang="en-US" sz="2000" dirty="0"/>
              <a:t>Develop a landing webpage for the  </a:t>
            </a:r>
            <a:r>
              <a:rPr lang="en-US" sz="2000" dirty="0" err="1"/>
              <a:t>MalAI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0067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95"/>
    </mc:Choice>
    <mc:Fallback xmlns="">
      <p:transition spd="slow" advTm="4389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9010B-0191-1802-B3CD-3B8D42C2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Expected Accomplishments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27ECA-C223-86BF-37EB-D1EB1C350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Milestones:</a:t>
            </a:r>
          </a:p>
          <a:p>
            <a:pPr lvl="1"/>
            <a:r>
              <a:rPr lang="en-US" sz="2000" dirty="0"/>
              <a:t>Research available solutions</a:t>
            </a:r>
          </a:p>
          <a:p>
            <a:pPr lvl="1"/>
            <a:r>
              <a:rPr lang="en-US" sz="2000" dirty="0"/>
              <a:t>Chose potential datasets</a:t>
            </a:r>
          </a:p>
          <a:p>
            <a:pPr lvl="1"/>
            <a:r>
              <a:rPr lang="en-US" sz="2000" dirty="0"/>
              <a:t>Explore datasets performance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Train LLM via chosen datasets</a:t>
            </a:r>
          </a:p>
          <a:p>
            <a:pPr lvl="1"/>
            <a:r>
              <a:rPr lang="en-US" sz="2000" dirty="0"/>
              <a:t>Build the foundation of </a:t>
            </a:r>
            <a:r>
              <a:rPr lang="en-US" sz="2000" dirty="0" err="1"/>
              <a:t>Ghidra</a:t>
            </a:r>
            <a:r>
              <a:rPr lang="en-US" sz="2000" dirty="0"/>
              <a:t> plugin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Integrating finetuned LLM with </a:t>
            </a:r>
            <a:r>
              <a:rPr lang="en-US" sz="2000" dirty="0" err="1">
                <a:highlight>
                  <a:srgbClr val="FFFF00"/>
                </a:highlight>
              </a:rPr>
              <a:t>Ghidra</a:t>
            </a:r>
            <a:r>
              <a:rPr lang="en-US" sz="2000" dirty="0">
                <a:highlight>
                  <a:srgbClr val="FFFF00"/>
                </a:highlight>
              </a:rPr>
              <a:t> plugin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Demo </a:t>
            </a:r>
            <a:r>
              <a:rPr lang="en-US" sz="2000" dirty="0" err="1">
                <a:highlight>
                  <a:srgbClr val="FFFF00"/>
                </a:highlight>
              </a:rPr>
              <a:t>MalAI</a:t>
            </a:r>
            <a:endParaRPr lang="en-US" sz="2000" dirty="0">
              <a:highlight>
                <a:srgbClr val="FFFF00"/>
              </a:highlight>
            </a:endParaRP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Provide malware analysis solution via </a:t>
            </a:r>
            <a:r>
              <a:rPr lang="en-US" sz="2000" dirty="0" err="1">
                <a:highlight>
                  <a:srgbClr val="FFFF00"/>
                </a:highlight>
              </a:rPr>
              <a:t>Ghidra</a:t>
            </a:r>
            <a:r>
              <a:rPr lang="en-US" sz="2000" dirty="0">
                <a:highlight>
                  <a:srgbClr val="FFFF00"/>
                </a:highlight>
              </a:rPr>
              <a:t> plugin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Provide malware generation solution via </a:t>
            </a:r>
            <a:r>
              <a:rPr lang="en-US" sz="2000" dirty="0" err="1">
                <a:highlight>
                  <a:srgbClr val="FFFF00"/>
                </a:highlight>
              </a:rPr>
              <a:t>Ghidra</a:t>
            </a:r>
            <a:r>
              <a:rPr lang="en-US" sz="2000" dirty="0">
                <a:highlight>
                  <a:srgbClr val="FFFF00"/>
                </a:highlight>
              </a:rPr>
              <a:t> plugin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Develop a landing webpage for </a:t>
            </a:r>
            <a:r>
              <a:rPr lang="en-US" sz="2000" dirty="0" err="1">
                <a:highlight>
                  <a:srgbClr val="FFFF00"/>
                </a:highlight>
              </a:rPr>
              <a:t>MalAI</a:t>
            </a:r>
            <a:endParaRPr lang="en-US" sz="2000" dirty="0">
              <a:highlight>
                <a:srgbClr val="FFFF00"/>
              </a:highlight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046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52"/>
    </mc:Choice>
    <mc:Fallback xmlns="">
      <p:transition spd="slow" advTm="423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B3222-EEC5-F694-B516-3B604A3B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Division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C042-845E-B001-3252-566608F0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Tasks </a:t>
            </a:r>
          </a:p>
          <a:p>
            <a:r>
              <a:rPr lang="en-US" sz="2400" dirty="0"/>
              <a:t>Number of Hours</a:t>
            </a:r>
          </a:p>
        </p:txBody>
      </p:sp>
    </p:spTree>
    <p:extLst>
      <p:ext uri="{BB962C8B-B14F-4D97-AF65-F5344CB8AC3E}">
        <p14:creationId xmlns:p14="http://schemas.microsoft.com/office/powerpoint/2010/main" val="1197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34"/>
    </mc:Choice>
    <mc:Fallback xmlns="">
      <p:transition spd="slow" advTm="3393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A60E7-4A97-F658-D0C4-A24E640BD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Expected Demo at EXPO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DC13-D8D3-3986-DC60-43DD86E1D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endParaRPr lang="en-US" sz="2000" dirty="0"/>
          </a:p>
          <a:p>
            <a:r>
              <a:rPr lang="en-US" sz="2000" dirty="0"/>
              <a:t>First Version: December 2025</a:t>
            </a:r>
          </a:p>
          <a:p>
            <a:r>
              <a:rPr lang="en-US" sz="2000" dirty="0"/>
              <a:t>Final Version: February 2026</a:t>
            </a:r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67BE28-3000-C756-7CFD-3141C57AF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45973"/>
              </p:ext>
            </p:extLst>
          </p:nvPr>
        </p:nvGraphicFramePr>
        <p:xfrm>
          <a:off x="1940256" y="525912"/>
          <a:ext cx="8311488" cy="2968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5598">
                  <a:extLst>
                    <a:ext uri="{9D8B030D-6E8A-4147-A177-3AD203B41FA5}">
                      <a16:colId xmlns:a16="http://schemas.microsoft.com/office/drawing/2014/main" val="3958204671"/>
                    </a:ext>
                  </a:extLst>
                </a:gridCol>
                <a:gridCol w="4915890">
                  <a:extLst>
                    <a:ext uri="{9D8B030D-6E8A-4147-A177-3AD203B41FA5}">
                      <a16:colId xmlns:a16="http://schemas.microsoft.com/office/drawing/2014/main" val="2734056183"/>
                    </a:ext>
                  </a:extLst>
                </a:gridCol>
              </a:tblGrid>
              <a:tr h="384171">
                <a:tc>
                  <a:txBody>
                    <a:bodyPr/>
                    <a:lstStyle/>
                    <a:p>
                      <a:r>
                        <a:rPr lang="en-US" sz="1700" err="1"/>
                        <a:t>MalAI</a:t>
                      </a:r>
                      <a:r>
                        <a:rPr lang="en-US" sz="1700"/>
                        <a:t> Version</a:t>
                      </a:r>
                    </a:p>
                  </a:txBody>
                  <a:tcPr marL="87311" marR="87311" marT="43656" marB="4365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Functionality</a:t>
                      </a:r>
                    </a:p>
                  </a:txBody>
                  <a:tcPr marL="87311" marR="87311" marT="43656" marB="43656"/>
                </a:tc>
                <a:extLst>
                  <a:ext uri="{0D108BD9-81ED-4DB2-BD59-A6C34878D82A}">
                    <a16:rowId xmlns:a16="http://schemas.microsoft.com/office/drawing/2014/main" val="3400511301"/>
                  </a:ext>
                </a:extLst>
              </a:tr>
              <a:tr h="908040">
                <a:tc>
                  <a:txBody>
                    <a:bodyPr/>
                    <a:lstStyle/>
                    <a:p>
                      <a:r>
                        <a:rPr lang="en-US" sz="1700"/>
                        <a:t>0.1</a:t>
                      </a:r>
                    </a:p>
                  </a:txBody>
                  <a:tcPr marL="87311" marR="87311" marT="43656" marB="4365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Able to reverse engineer executable files with results that exceed or reach Ghidra performance on same files.</a:t>
                      </a:r>
                    </a:p>
                  </a:txBody>
                  <a:tcPr marL="87311" marR="87311" marT="43656" marB="43656"/>
                </a:tc>
                <a:extLst>
                  <a:ext uri="{0D108BD9-81ED-4DB2-BD59-A6C34878D82A}">
                    <a16:rowId xmlns:a16="http://schemas.microsoft.com/office/drawing/2014/main" val="1186435037"/>
                  </a:ext>
                </a:extLst>
              </a:tr>
              <a:tr h="646105">
                <a:tc>
                  <a:txBody>
                    <a:bodyPr/>
                    <a:lstStyle/>
                    <a:p>
                      <a:r>
                        <a:rPr lang="en-US" sz="1700"/>
                        <a:t>0.2</a:t>
                      </a:r>
                    </a:p>
                  </a:txBody>
                  <a:tcPr marL="87311" marR="87311" marT="43656" marB="4365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Enable users to analyze potential malware in executable files.</a:t>
                      </a:r>
                    </a:p>
                  </a:txBody>
                  <a:tcPr marL="87311" marR="87311" marT="43656" marB="43656"/>
                </a:tc>
                <a:extLst>
                  <a:ext uri="{0D108BD9-81ED-4DB2-BD59-A6C34878D82A}">
                    <a16:rowId xmlns:a16="http://schemas.microsoft.com/office/drawing/2014/main" val="196868571"/>
                  </a:ext>
                </a:extLst>
              </a:tr>
              <a:tr h="384171">
                <a:tc>
                  <a:txBody>
                    <a:bodyPr/>
                    <a:lstStyle/>
                    <a:p>
                      <a:r>
                        <a:rPr lang="en-US" sz="1700"/>
                        <a:t>0.5</a:t>
                      </a:r>
                    </a:p>
                  </a:txBody>
                  <a:tcPr marL="87311" marR="87311" marT="43656" marB="4365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Enable users to generate malware</a:t>
                      </a:r>
                    </a:p>
                  </a:txBody>
                  <a:tcPr marL="87311" marR="87311" marT="43656" marB="43656"/>
                </a:tc>
                <a:extLst>
                  <a:ext uri="{0D108BD9-81ED-4DB2-BD59-A6C34878D82A}">
                    <a16:rowId xmlns:a16="http://schemas.microsoft.com/office/drawing/2014/main" val="3860982342"/>
                  </a:ext>
                </a:extLst>
              </a:tr>
              <a:tr h="646105">
                <a:tc>
                  <a:txBody>
                    <a:bodyPr/>
                    <a:lstStyle/>
                    <a:p>
                      <a:r>
                        <a:rPr lang="en-US" sz="1700" dirty="0"/>
                        <a:t>1</a:t>
                      </a:r>
                    </a:p>
                  </a:txBody>
                  <a:tcPr marL="87311" marR="87311" marT="43656" marB="4365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dirty="0"/>
                        <a:t>- Ensures all of the above works as expected </a:t>
                      </a:r>
                    </a:p>
                    <a:p>
                      <a:pPr lvl="0">
                        <a:buNone/>
                      </a:pPr>
                      <a:r>
                        <a:rPr lang="en-US" sz="17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- Build landing </a:t>
                      </a:r>
                      <a:r>
                        <a:rPr lang="en-US" sz="1700" dirty="0"/>
                        <a:t>webpage page for </a:t>
                      </a:r>
                      <a:r>
                        <a:rPr lang="en-US" sz="1700" dirty="0" err="1"/>
                        <a:t>MalAI</a:t>
                      </a:r>
                      <a:endParaRPr lang="en-US" sz="1700" dirty="0"/>
                    </a:p>
                  </a:txBody>
                  <a:tcPr marL="87311" marR="87311" marT="43656" marB="43656"/>
                </a:tc>
                <a:extLst>
                  <a:ext uri="{0D108BD9-81ED-4DB2-BD59-A6C34878D82A}">
                    <a16:rowId xmlns:a16="http://schemas.microsoft.com/office/drawing/2014/main" val="734679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54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342"/>
    </mc:Choice>
    <mc:Fallback xmlns="">
      <p:transition spd="slow" advTm="7634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42DD3-C074-147B-B2A1-7F5E4297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873A-CF20-9A35-6D24-14FDA5DCF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667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58"/>
    </mc:Choice>
    <mc:Fallback xmlns="">
      <p:transition spd="slow" advTm="825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Widescreen</PresentationFormat>
  <Paragraphs>79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MalAI</vt:lpstr>
      <vt:lpstr>Title</vt:lpstr>
      <vt:lpstr>Involved People</vt:lpstr>
      <vt:lpstr>Project Abstract</vt:lpstr>
      <vt:lpstr>User stories</vt:lpstr>
      <vt:lpstr>User Stories: Cont’</vt:lpstr>
      <vt:lpstr>Diagrams: Simplified Topology</vt:lpstr>
      <vt:lpstr>Diagrams: Cont’ Thorough Topology</vt:lpstr>
      <vt:lpstr>Major Project Constraints</vt:lpstr>
      <vt:lpstr>Review Project Progress</vt:lpstr>
      <vt:lpstr>Expected Accomplishments</vt:lpstr>
      <vt:lpstr>Division of Work</vt:lpstr>
      <vt:lpstr>Expected Demo at EXPO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Luqman</dc:creator>
  <cp:lastModifiedBy>Luqman</cp:lastModifiedBy>
  <cp:revision>4</cp:revision>
  <dcterms:created xsi:type="dcterms:W3CDTF">2025-10-27T19:36:37Z</dcterms:created>
  <dcterms:modified xsi:type="dcterms:W3CDTF">2025-10-28T02:34:52Z</dcterms:modified>
</cp:coreProperties>
</file>